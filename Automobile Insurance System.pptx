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8288000" cy="10287000"/>
  <p:notesSz cx="6858000" cy="9144000"/>
  <p:embeddedFontLst>
    <p:embeddedFont>
      <p:font typeface="Poppins Bold" panose="020B0604020202020204" charset="0"/>
      <p:regular r:id="rId32"/>
    </p:embeddedFont>
    <p:embeddedFont>
      <p:font typeface="Roboto" panose="02000000000000000000" pitchFamily="2" charset="0"/>
      <p:regular r:id="rId33"/>
    </p:embeddedFont>
    <p:embeddedFont>
      <p:font typeface="Roboto Bold" panose="020B0604020202020204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89556" autoAdjust="0"/>
  </p:normalViewPr>
  <p:slideViewPr>
    <p:cSldViewPr>
      <p:cViewPr varScale="1">
        <p:scale>
          <a:sx n="49" d="100"/>
          <a:sy n="49" d="100"/>
        </p:scale>
        <p:origin x="821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77000" y="1638300"/>
            <a:ext cx="16688067" cy="5794911"/>
            <a:chOff x="0" y="0"/>
            <a:chExt cx="4395211" cy="15262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95211" cy="1526232"/>
            </a:xfrm>
            <a:custGeom>
              <a:avLst/>
              <a:gdLst/>
              <a:ahLst/>
              <a:cxnLst/>
              <a:rect l="l" t="t" r="r" b="b"/>
              <a:pathLst>
                <a:path w="4395211" h="1526232">
                  <a:moveTo>
                    <a:pt x="0" y="0"/>
                  </a:moveTo>
                  <a:lnTo>
                    <a:pt x="4395211" y="0"/>
                  </a:lnTo>
                  <a:lnTo>
                    <a:pt x="4395211" y="1526232"/>
                  </a:lnTo>
                  <a:lnTo>
                    <a:pt x="0" y="15262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95211" cy="1573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72266" y="2191991"/>
            <a:ext cx="570776" cy="5794911"/>
            <a:chOff x="0" y="0"/>
            <a:chExt cx="150328" cy="15262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0328" cy="1526232"/>
            </a:xfrm>
            <a:custGeom>
              <a:avLst/>
              <a:gdLst/>
              <a:ahLst/>
              <a:cxnLst/>
              <a:rect l="l" t="t" r="r" b="b"/>
              <a:pathLst>
                <a:path w="150328" h="1526232">
                  <a:moveTo>
                    <a:pt x="0" y="0"/>
                  </a:moveTo>
                  <a:lnTo>
                    <a:pt x="150328" y="0"/>
                  </a:lnTo>
                  <a:lnTo>
                    <a:pt x="150328" y="1526232"/>
                  </a:lnTo>
                  <a:lnTo>
                    <a:pt x="0" y="1526232"/>
                  </a:lnTo>
                  <a:close/>
                </a:path>
              </a:pathLst>
            </a:custGeom>
            <a:solidFill>
              <a:srgbClr val="09202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50328" cy="1573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0"/>
            <a:ext cx="7186134" cy="10287000"/>
          </a:xfrm>
          <a:custGeom>
            <a:avLst/>
            <a:gdLst/>
            <a:ahLst/>
            <a:cxnLst/>
            <a:rect l="l" t="t" r="r" b="b"/>
            <a:pathLst>
              <a:path w="7186134" h="10287000">
                <a:moveTo>
                  <a:pt x="0" y="0"/>
                </a:moveTo>
                <a:lnTo>
                  <a:pt x="7186134" y="0"/>
                </a:lnTo>
                <a:lnTo>
                  <a:pt x="718613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-162161" y="2702639"/>
            <a:ext cx="24192043" cy="2712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sz="7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AUTOMOBILE </a:t>
            </a:r>
          </a:p>
          <a:p>
            <a:pPr algn="ctr">
              <a:lnSpc>
                <a:spcPts val="10639"/>
              </a:lnSpc>
            </a:pPr>
            <a:r>
              <a:rPr lang="en-US" sz="7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INSURANCE SYSTEM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72400" y="6621095"/>
            <a:ext cx="8733656" cy="2141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40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Presented By </a:t>
            </a:r>
          </a:p>
          <a:p>
            <a:pPr algn="ctr">
              <a:lnSpc>
                <a:spcPts val="5739"/>
              </a:lnSpc>
            </a:pPr>
            <a:r>
              <a:rPr lang="en-US" sz="40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Ashvitha K</a:t>
            </a:r>
          </a:p>
          <a:p>
            <a:pPr algn="ctr">
              <a:lnSpc>
                <a:spcPts val="5739"/>
              </a:lnSpc>
            </a:pPr>
            <a:r>
              <a:rPr lang="en-US" sz="40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Trainer : Mr. Javeed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198" y="564889"/>
            <a:ext cx="17339604" cy="2026962"/>
          </a:xfrm>
          <a:custGeom>
            <a:avLst/>
            <a:gdLst/>
            <a:ahLst/>
            <a:cxnLst/>
            <a:rect l="l" t="t" r="r" b="b"/>
            <a:pathLst>
              <a:path w="17339604" h="2026962">
                <a:moveTo>
                  <a:pt x="0" y="0"/>
                </a:moveTo>
                <a:lnTo>
                  <a:pt x="17339604" y="0"/>
                </a:lnTo>
                <a:lnTo>
                  <a:pt x="17339604" y="2026962"/>
                </a:lnTo>
                <a:lnTo>
                  <a:pt x="0" y="202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105" b="-4418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4198" y="564889"/>
            <a:ext cx="17339604" cy="2026962"/>
            <a:chOff x="0" y="0"/>
            <a:chExt cx="4566809" cy="5338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6809" cy="533850"/>
            </a:xfrm>
            <a:custGeom>
              <a:avLst/>
              <a:gdLst/>
              <a:ahLst/>
              <a:cxnLst/>
              <a:rect l="l" t="t" r="r" b="b"/>
              <a:pathLst>
                <a:path w="4566809" h="533850">
                  <a:moveTo>
                    <a:pt x="11162" y="0"/>
                  </a:moveTo>
                  <a:lnTo>
                    <a:pt x="4555647" y="0"/>
                  </a:lnTo>
                  <a:cubicBezTo>
                    <a:pt x="4558607" y="0"/>
                    <a:pt x="4561447" y="1176"/>
                    <a:pt x="4563540" y="3269"/>
                  </a:cubicBezTo>
                  <a:cubicBezTo>
                    <a:pt x="4565633" y="5363"/>
                    <a:pt x="4566809" y="8202"/>
                    <a:pt x="4566809" y="11162"/>
                  </a:cubicBezTo>
                  <a:lnTo>
                    <a:pt x="4566809" y="522688"/>
                  </a:lnTo>
                  <a:cubicBezTo>
                    <a:pt x="4566809" y="525648"/>
                    <a:pt x="4565633" y="528487"/>
                    <a:pt x="4563540" y="530581"/>
                  </a:cubicBezTo>
                  <a:cubicBezTo>
                    <a:pt x="4561447" y="532674"/>
                    <a:pt x="4558607" y="533850"/>
                    <a:pt x="4555647" y="533850"/>
                  </a:cubicBezTo>
                  <a:lnTo>
                    <a:pt x="11162" y="533850"/>
                  </a:lnTo>
                  <a:cubicBezTo>
                    <a:pt x="8202" y="533850"/>
                    <a:pt x="5363" y="532674"/>
                    <a:pt x="3269" y="530581"/>
                  </a:cubicBezTo>
                  <a:cubicBezTo>
                    <a:pt x="1176" y="528487"/>
                    <a:pt x="0" y="525648"/>
                    <a:pt x="0" y="522688"/>
                  </a:cubicBezTo>
                  <a:lnTo>
                    <a:pt x="0" y="11162"/>
                  </a:lnTo>
                  <a:cubicBezTo>
                    <a:pt x="0" y="8202"/>
                    <a:pt x="1176" y="5363"/>
                    <a:pt x="3269" y="3269"/>
                  </a:cubicBezTo>
                  <a:cubicBezTo>
                    <a:pt x="5363" y="1176"/>
                    <a:pt x="8202" y="0"/>
                    <a:pt x="11162" y="0"/>
                  </a:cubicBezTo>
                  <a:close/>
                </a:path>
              </a:pathLst>
            </a:custGeom>
            <a:solidFill>
              <a:srgbClr val="09202E">
                <a:alpha val="8666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66809" cy="58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374986" y="785445"/>
            <a:ext cx="8365491" cy="13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18"/>
              </a:lnSpc>
            </a:pPr>
            <a:r>
              <a:rPr lang="en-US" sz="758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7100" y="2772230"/>
            <a:ext cx="17754040" cy="7712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8228" lvl="1" indent="-394114" algn="just">
              <a:lnSpc>
                <a:spcPts val="5111"/>
              </a:lnSpc>
              <a:buFont typeface="Arial"/>
              <a:buChar char="•"/>
            </a:pPr>
            <a:r>
              <a:rPr lang="en-US" sz="3650" spc="-76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Developed a full-stack Automobile Insurance System using React 19, Vite, Java 21, Spring Boot 4.1, MySQL, Spring Data JPA, and Hibernate to automate the complete vehicle insurance lifecycle.</a:t>
            </a:r>
          </a:p>
          <a:p>
            <a:pPr marL="788228" lvl="1" indent="-394114" algn="just">
              <a:lnSpc>
                <a:spcPts val="5111"/>
              </a:lnSpc>
              <a:buFont typeface="Arial"/>
              <a:buChar char="•"/>
            </a:pPr>
            <a:r>
              <a:rPr lang="en-US" sz="3650" spc="-76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Implemented Spring Security, JWT, and </a:t>
            </a:r>
            <a:r>
              <a:rPr lang="en-US" sz="3650" spc="-76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BCrypt</a:t>
            </a:r>
            <a:r>
              <a:rPr lang="en-US" sz="3650" spc="-76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to provide secure user authentication, role-based authorization, and protected access for both Customer and Admin users.</a:t>
            </a:r>
          </a:p>
          <a:p>
            <a:pPr marL="788228" lvl="1" indent="-394114" algn="just">
              <a:lnSpc>
                <a:spcPts val="5111"/>
              </a:lnSpc>
              <a:buFont typeface="Arial"/>
              <a:buChar char="•"/>
            </a:pPr>
            <a:r>
              <a:rPr lang="en-US" sz="3650" spc="-76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Enabled customers to browse insurance policies, submit proposals, receive premium quotes, make online payments, download PDF policy certificates using Apache </a:t>
            </a:r>
            <a:r>
              <a:rPr lang="en-US" sz="3650" spc="-76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PDFBox</a:t>
            </a:r>
            <a:r>
              <a:rPr lang="en-US" sz="3650" spc="-76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and receive automated email notifications through </a:t>
            </a:r>
            <a:r>
              <a:rPr lang="en-US" sz="3650" spc="-76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JavaMailSender</a:t>
            </a:r>
            <a:r>
              <a:rPr lang="en-US" sz="3650" spc="-76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marL="788228" lvl="1" indent="-394114" algn="just">
              <a:lnSpc>
                <a:spcPts val="5111"/>
              </a:lnSpc>
              <a:buFont typeface="Arial"/>
              <a:buChar char="•"/>
            </a:pPr>
            <a:r>
              <a:rPr lang="en-US" sz="3650" spc="-76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Built a responsive frontend using React Router DOM, Axios, HTML, CSS, and JavaScript, along with an Admin dashboard to manage users, policies, proposals, quotes, payments, claims, and supporting documents efficiently.</a:t>
            </a:r>
          </a:p>
          <a:p>
            <a:pPr algn="just">
              <a:lnSpc>
                <a:spcPts val="4657"/>
              </a:lnSpc>
            </a:pPr>
            <a:endParaRPr lang="en-US" sz="3650" spc="-76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198" y="564889"/>
            <a:ext cx="17339604" cy="2026962"/>
          </a:xfrm>
          <a:custGeom>
            <a:avLst/>
            <a:gdLst/>
            <a:ahLst/>
            <a:cxnLst/>
            <a:rect l="l" t="t" r="r" b="b"/>
            <a:pathLst>
              <a:path w="17339604" h="2026962">
                <a:moveTo>
                  <a:pt x="0" y="0"/>
                </a:moveTo>
                <a:lnTo>
                  <a:pt x="17339604" y="0"/>
                </a:lnTo>
                <a:lnTo>
                  <a:pt x="17339604" y="2026962"/>
                </a:lnTo>
                <a:lnTo>
                  <a:pt x="0" y="202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105" b="-4418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4198" y="564889"/>
            <a:ext cx="17339604" cy="2026962"/>
            <a:chOff x="0" y="0"/>
            <a:chExt cx="4566809" cy="5338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6809" cy="533850"/>
            </a:xfrm>
            <a:custGeom>
              <a:avLst/>
              <a:gdLst/>
              <a:ahLst/>
              <a:cxnLst/>
              <a:rect l="l" t="t" r="r" b="b"/>
              <a:pathLst>
                <a:path w="4566809" h="533850">
                  <a:moveTo>
                    <a:pt x="11162" y="0"/>
                  </a:moveTo>
                  <a:lnTo>
                    <a:pt x="4555647" y="0"/>
                  </a:lnTo>
                  <a:cubicBezTo>
                    <a:pt x="4558607" y="0"/>
                    <a:pt x="4561447" y="1176"/>
                    <a:pt x="4563540" y="3269"/>
                  </a:cubicBezTo>
                  <a:cubicBezTo>
                    <a:pt x="4565633" y="5363"/>
                    <a:pt x="4566809" y="8202"/>
                    <a:pt x="4566809" y="11162"/>
                  </a:cubicBezTo>
                  <a:lnTo>
                    <a:pt x="4566809" y="522688"/>
                  </a:lnTo>
                  <a:cubicBezTo>
                    <a:pt x="4566809" y="525648"/>
                    <a:pt x="4565633" y="528487"/>
                    <a:pt x="4563540" y="530581"/>
                  </a:cubicBezTo>
                  <a:cubicBezTo>
                    <a:pt x="4561447" y="532674"/>
                    <a:pt x="4558607" y="533850"/>
                    <a:pt x="4555647" y="533850"/>
                  </a:cubicBezTo>
                  <a:lnTo>
                    <a:pt x="11162" y="533850"/>
                  </a:lnTo>
                  <a:cubicBezTo>
                    <a:pt x="8202" y="533850"/>
                    <a:pt x="5363" y="532674"/>
                    <a:pt x="3269" y="530581"/>
                  </a:cubicBezTo>
                  <a:cubicBezTo>
                    <a:pt x="1176" y="528487"/>
                    <a:pt x="0" y="525648"/>
                    <a:pt x="0" y="522688"/>
                  </a:cubicBezTo>
                  <a:lnTo>
                    <a:pt x="0" y="11162"/>
                  </a:lnTo>
                  <a:cubicBezTo>
                    <a:pt x="0" y="8202"/>
                    <a:pt x="1176" y="5363"/>
                    <a:pt x="3269" y="3269"/>
                  </a:cubicBezTo>
                  <a:cubicBezTo>
                    <a:pt x="5363" y="1176"/>
                    <a:pt x="8202" y="0"/>
                    <a:pt x="11162" y="0"/>
                  </a:cubicBezTo>
                  <a:close/>
                </a:path>
              </a:pathLst>
            </a:custGeom>
            <a:solidFill>
              <a:srgbClr val="09202E">
                <a:alpha val="8666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66809" cy="58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29845" y="847725"/>
            <a:ext cx="15829455" cy="107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4"/>
              </a:lnSpc>
            </a:pPr>
            <a:r>
              <a:rPr lang="en-US" sz="6253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Module Description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498709"/>
            <a:ext cx="16952440" cy="5116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018" lvl="1">
              <a:lnSpc>
                <a:spcPts val="5110"/>
              </a:lnSpc>
            </a:pPr>
            <a:r>
              <a:rPr lang="en-US" sz="4000" b="1" dirty="0">
                <a:latin typeface="Poppins Bold"/>
                <a:ea typeface="Poppins Bold"/>
                <a:cs typeface="Poppins Bold"/>
                <a:sym typeface="Poppins Bold"/>
              </a:rPr>
              <a:t>Authentication &amp; Security Module:</a:t>
            </a:r>
            <a:endParaRPr lang="en-US" sz="3650" spc="-76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788036" lvl="1" indent="-394018" algn="l">
              <a:lnSpc>
                <a:spcPts val="5110"/>
              </a:lnSpc>
              <a:buFont typeface="Arial"/>
              <a:buChar char="•"/>
            </a:pPr>
            <a:r>
              <a:rPr lang="en-US" sz="3650" spc="-76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Provides secure user registration, login, and password recovery functionality.</a:t>
            </a:r>
          </a:p>
          <a:p>
            <a:pPr marL="788036" lvl="1" indent="-394018" algn="l">
              <a:lnSpc>
                <a:spcPts val="5110"/>
              </a:lnSpc>
              <a:buFont typeface="Arial"/>
              <a:buChar char="•"/>
            </a:pPr>
            <a:r>
              <a:rPr lang="en-US" sz="3650" spc="-76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Uses JWT authentication to secure all protected API endpoints.</a:t>
            </a:r>
          </a:p>
          <a:p>
            <a:pPr marL="788036" lvl="1" indent="-394018" algn="l">
              <a:lnSpc>
                <a:spcPts val="5110"/>
              </a:lnSpc>
              <a:buFont typeface="Arial"/>
              <a:buChar char="•"/>
            </a:pPr>
            <a:r>
              <a:rPr lang="en-US" sz="3650" spc="-76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Passwords are encrypted using </a:t>
            </a:r>
            <a:r>
              <a:rPr lang="en-US" sz="3650" spc="-76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BCrypt</a:t>
            </a:r>
            <a:r>
              <a:rPr lang="en-US" sz="3650" spc="-76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before storing them in the database.</a:t>
            </a:r>
          </a:p>
          <a:p>
            <a:pPr marL="788036" lvl="1" indent="-394018" algn="l">
              <a:lnSpc>
                <a:spcPts val="5110"/>
              </a:lnSpc>
              <a:buFont typeface="Arial"/>
              <a:buChar char="•"/>
            </a:pPr>
            <a:r>
              <a:rPr lang="en-US" sz="3650" spc="-76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Supports role-based access control for Customer and Admin users.</a:t>
            </a:r>
          </a:p>
          <a:p>
            <a:pPr marL="788036" lvl="1" indent="-394018" algn="l">
              <a:lnSpc>
                <a:spcPts val="5110"/>
              </a:lnSpc>
              <a:buFont typeface="Arial"/>
              <a:buChar char="•"/>
            </a:pPr>
            <a:r>
              <a:rPr lang="en-US" sz="3650" spc="-76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Every authenticated request is validated using a JWT security filter.</a:t>
            </a:r>
          </a:p>
          <a:p>
            <a:pPr marL="788036" lvl="1" indent="-394018" algn="l">
              <a:lnSpc>
                <a:spcPts val="5110"/>
              </a:lnSpc>
              <a:buFont typeface="Arial"/>
              <a:buChar char="•"/>
            </a:pPr>
            <a:r>
              <a:rPr lang="en-US" sz="3650" spc="-76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Prevents unauthorized users from accessing protected resources.</a:t>
            </a:r>
          </a:p>
          <a:p>
            <a:pPr algn="ctr">
              <a:lnSpc>
                <a:spcPts val="4179"/>
              </a:lnSpc>
            </a:pPr>
            <a:endParaRPr lang="en-US" sz="3650" spc="-76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198" y="564889"/>
            <a:ext cx="17339604" cy="2026962"/>
          </a:xfrm>
          <a:custGeom>
            <a:avLst/>
            <a:gdLst/>
            <a:ahLst/>
            <a:cxnLst/>
            <a:rect l="l" t="t" r="r" b="b"/>
            <a:pathLst>
              <a:path w="17339604" h="2026962">
                <a:moveTo>
                  <a:pt x="0" y="0"/>
                </a:moveTo>
                <a:lnTo>
                  <a:pt x="17339604" y="0"/>
                </a:lnTo>
                <a:lnTo>
                  <a:pt x="17339604" y="2026962"/>
                </a:lnTo>
                <a:lnTo>
                  <a:pt x="0" y="202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105" b="-4418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4198" y="564889"/>
            <a:ext cx="17339604" cy="2026962"/>
            <a:chOff x="0" y="0"/>
            <a:chExt cx="4566809" cy="5338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6809" cy="533850"/>
            </a:xfrm>
            <a:custGeom>
              <a:avLst/>
              <a:gdLst/>
              <a:ahLst/>
              <a:cxnLst/>
              <a:rect l="l" t="t" r="r" b="b"/>
              <a:pathLst>
                <a:path w="4566809" h="533850">
                  <a:moveTo>
                    <a:pt x="11162" y="0"/>
                  </a:moveTo>
                  <a:lnTo>
                    <a:pt x="4555647" y="0"/>
                  </a:lnTo>
                  <a:cubicBezTo>
                    <a:pt x="4558607" y="0"/>
                    <a:pt x="4561447" y="1176"/>
                    <a:pt x="4563540" y="3269"/>
                  </a:cubicBezTo>
                  <a:cubicBezTo>
                    <a:pt x="4565633" y="5363"/>
                    <a:pt x="4566809" y="8202"/>
                    <a:pt x="4566809" y="11162"/>
                  </a:cubicBezTo>
                  <a:lnTo>
                    <a:pt x="4566809" y="522688"/>
                  </a:lnTo>
                  <a:cubicBezTo>
                    <a:pt x="4566809" y="525648"/>
                    <a:pt x="4565633" y="528487"/>
                    <a:pt x="4563540" y="530581"/>
                  </a:cubicBezTo>
                  <a:cubicBezTo>
                    <a:pt x="4561447" y="532674"/>
                    <a:pt x="4558607" y="533850"/>
                    <a:pt x="4555647" y="533850"/>
                  </a:cubicBezTo>
                  <a:lnTo>
                    <a:pt x="11162" y="533850"/>
                  </a:lnTo>
                  <a:cubicBezTo>
                    <a:pt x="8202" y="533850"/>
                    <a:pt x="5363" y="532674"/>
                    <a:pt x="3269" y="530581"/>
                  </a:cubicBezTo>
                  <a:cubicBezTo>
                    <a:pt x="1176" y="528487"/>
                    <a:pt x="0" y="525648"/>
                    <a:pt x="0" y="522688"/>
                  </a:cubicBezTo>
                  <a:lnTo>
                    <a:pt x="0" y="11162"/>
                  </a:lnTo>
                  <a:cubicBezTo>
                    <a:pt x="0" y="8202"/>
                    <a:pt x="1176" y="5363"/>
                    <a:pt x="3269" y="3269"/>
                  </a:cubicBezTo>
                  <a:cubicBezTo>
                    <a:pt x="5363" y="1176"/>
                    <a:pt x="8202" y="0"/>
                    <a:pt x="11162" y="0"/>
                  </a:cubicBezTo>
                  <a:close/>
                </a:path>
              </a:pathLst>
            </a:custGeom>
            <a:solidFill>
              <a:srgbClr val="09202E">
                <a:alpha val="8666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66809" cy="58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29845" y="847725"/>
            <a:ext cx="15829455" cy="1127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4"/>
              </a:lnSpc>
            </a:pPr>
            <a:r>
              <a:rPr lang="en-US" sz="6253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Module Description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6860" y="2801356"/>
            <a:ext cx="17506942" cy="734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7"/>
              </a:lnSpc>
            </a:pPr>
            <a:r>
              <a:rPr lang="en-US" sz="3769" b="1" spc="-79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User Module:</a:t>
            </a:r>
          </a:p>
          <a:p>
            <a:pPr marL="813812" lvl="1" indent="-406906" algn="l">
              <a:lnSpc>
                <a:spcPts val="5277"/>
              </a:lnSpc>
              <a:buFont typeface="Arial"/>
              <a:buChar char="•"/>
            </a:pPr>
            <a:r>
              <a:rPr lang="en-US" sz="3769" spc="-7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Manages customer and admin accounts, including registration, login, profile management, and CRUD operations. Stores user information securely and allows users to access and update only their own profile.</a:t>
            </a:r>
          </a:p>
          <a:p>
            <a:pPr algn="l">
              <a:lnSpc>
                <a:spcPts val="5277"/>
              </a:lnSpc>
            </a:pPr>
            <a:endParaRPr lang="en-US" sz="3769" spc="-79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5277"/>
              </a:lnSpc>
            </a:pPr>
            <a:r>
              <a:rPr lang="en-US" sz="3769" b="1" spc="-79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Policy Module:</a:t>
            </a:r>
          </a:p>
          <a:p>
            <a:pPr marL="813812" lvl="1" indent="-406906" algn="l">
              <a:lnSpc>
                <a:spcPts val="5277"/>
              </a:lnSpc>
              <a:buFont typeface="Arial"/>
              <a:buChar char="•"/>
            </a:pPr>
            <a:r>
              <a:rPr lang="en-US" sz="3769" spc="-7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Maintains the insurance policy catalog with policy details, coverage, vehicle type, and premium. Allows customers to browse policies, while only admins can add, update, or delete policies.</a:t>
            </a:r>
          </a:p>
          <a:p>
            <a:pPr algn="l">
              <a:lnSpc>
                <a:spcPts val="5277"/>
              </a:lnSpc>
            </a:pPr>
            <a:endParaRPr lang="en-US" sz="3769" spc="-79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lnSpc>
                <a:spcPts val="4316"/>
              </a:lnSpc>
            </a:pPr>
            <a:endParaRPr lang="en-US" sz="3769" spc="-79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198" y="564889"/>
            <a:ext cx="17339604" cy="2026962"/>
          </a:xfrm>
          <a:custGeom>
            <a:avLst/>
            <a:gdLst/>
            <a:ahLst/>
            <a:cxnLst/>
            <a:rect l="l" t="t" r="r" b="b"/>
            <a:pathLst>
              <a:path w="17339604" h="2026962">
                <a:moveTo>
                  <a:pt x="0" y="0"/>
                </a:moveTo>
                <a:lnTo>
                  <a:pt x="17339604" y="0"/>
                </a:lnTo>
                <a:lnTo>
                  <a:pt x="17339604" y="2026962"/>
                </a:lnTo>
                <a:lnTo>
                  <a:pt x="0" y="202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105" b="-4418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4198" y="564889"/>
            <a:ext cx="17339604" cy="2026962"/>
            <a:chOff x="0" y="0"/>
            <a:chExt cx="4566809" cy="5338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6809" cy="533850"/>
            </a:xfrm>
            <a:custGeom>
              <a:avLst/>
              <a:gdLst/>
              <a:ahLst/>
              <a:cxnLst/>
              <a:rect l="l" t="t" r="r" b="b"/>
              <a:pathLst>
                <a:path w="4566809" h="533850">
                  <a:moveTo>
                    <a:pt x="11162" y="0"/>
                  </a:moveTo>
                  <a:lnTo>
                    <a:pt x="4555647" y="0"/>
                  </a:lnTo>
                  <a:cubicBezTo>
                    <a:pt x="4558607" y="0"/>
                    <a:pt x="4561447" y="1176"/>
                    <a:pt x="4563540" y="3269"/>
                  </a:cubicBezTo>
                  <a:cubicBezTo>
                    <a:pt x="4565633" y="5363"/>
                    <a:pt x="4566809" y="8202"/>
                    <a:pt x="4566809" y="11162"/>
                  </a:cubicBezTo>
                  <a:lnTo>
                    <a:pt x="4566809" y="522688"/>
                  </a:lnTo>
                  <a:cubicBezTo>
                    <a:pt x="4566809" y="525648"/>
                    <a:pt x="4565633" y="528487"/>
                    <a:pt x="4563540" y="530581"/>
                  </a:cubicBezTo>
                  <a:cubicBezTo>
                    <a:pt x="4561447" y="532674"/>
                    <a:pt x="4558607" y="533850"/>
                    <a:pt x="4555647" y="533850"/>
                  </a:cubicBezTo>
                  <a:lnTo>
                    <a:pt x="11162" y="533850"/>
                  </a:lnTo>
                  <a:cubicBezTo>
                    <a:pt x="8202" y="533850"/>
                    <a:pt x="5363" y="532674"/>
                    <a:pt x="3269" y="530581"/>
                  </a:cubicBezTo>
                  <a:cubicBezTo>
                    <a:pt x="1176" y="528487"/>
                    <a:pt x="0" y="525648"/>
                    <a:pt x="0" y="522688"/>
                  </a:cubicBezTo>
                  <a:lnTo>
                    <a:pt x="0" y="11162"/>
                  </a:lnTo>
                  <a:cubicBezTo>
                    <a:pt x="0" y="8202"/>
                    <a:pt x="1176" y="5363"/>
                    <a:pt x="3269" y="3269"/>
                  </a:cubicBezTo>
                  <a:cubicBezTo>
                    <a:pt x="5363" y="1176"/>
                    <a:pt x="8202" y="0"/>
                    <a:pt x="11162" y="0"/>
                  </a:cubicBezTo>
                  <a:close/>
                </a:path>
              </a:pathLst>
            </a:custGeom>
            <a:solidFill>
              <a:srgbClr val="09202E">
                <a:alpha val="8666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66809" cy="58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29845" y="847725"/>
            <a:ext cx="15829455" cy="112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4"/>
              </a:lnSpc>
            </a:pPr>
            <a:r>
              <a:rPr lang="en-US" sz="625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Module Description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1102" y="2909463"/>
            <a:ext cx="17506942" cy="6668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7"/>
              </a:lnSpc>
            </a:pPr>
            <a:r>
              <a:rPr lang="en-US" sz="3769" b="1" spc="-79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Proposal Module:</a:t>
            </a:r>
          </a:p>
          <a:p>
            <a:pPr marL="813812" lvl="1" indent="-406906" algn="l">
              <a:lnSpc>
                <a:spcPts val="5277"/>
              </a:lnSpc>
              <a:buFont typeface="Arial"/>
              <a:buChar char="•"/>
            </a:pPr>
            <a:r>
              <a:rPr lang="en-US" sz="3769" spc="-7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Allows customers to submit vehicle insurance proposals by providing vehicle and policy details.</a:t>
            </a:r>
          </a:p>
          <a:p>
            <a:pPr marL="813812" lvl="1" indent="-406906" algn="l">
              <a:lnSpc>
                <a:spcPts val="5277"/>
              </a:lnSpc>
              <a:buFont typeface="Arial"/>
              <a:buChar char="•"/>
            </a:pPr>
            <a:r>
              <a:rPr lang="en-US" sz="3769" spc="-7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Tracks the proposal through different stages such as Submitted, Approved, Rejected, and Active.</a:t>
            </a:r>
          </a:p>
          <a:p>
            <a:pPr algn="l">
              <a:lnSpc>
                <a:spcPts val="5277"/>
              </a:lnSpc>
            </a:pPr>
            <a:r>
              <a:rPr lang="en-US" sz="3769" b="1" spc="-79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Quote Module:</a:t>
            </a:r>
          </a:p>
          <a:p>
            <a:pPr marL="813812" lvl="1" indent="-406906" algn="l">
              <a:lnSpc>
                <a:spcPts val="5277"/>
              </a:lnSpc>
              <a:buFont typeface="Arial"/>
              <a:buChar char="•"/>
            </a:pPr>
            <a:r>
              <a:rPr lang="en-US" sz="3769" spc="-7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Generates the insurance premium for approved proposals automatically or manually by the admin.</a:t>
            </a:r>
          </a:p>
          <a:p>
            <a:pPr marL="813812" lvl="1" indent="-406906" algn="l">
              <a:lnSpc>
                <a:spcPts val="5277"/>
              </a:lnSpc>
              <a:buFont typeface="Arial"/>
              <a:buChar char="•"/>
            </a:pPr>
            <a:r>
              <a:rPr lang="en-US" sz="3769" spc="-7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Sends the premium quote to customers through email for payment.</a:t>
            </a:r>
          </a:p>
          <a:p>
            <a:pPr algn="ctr">
              <a:lnSpc>
                <a:spcPts val="4316"/>
              </a:lnSpc>
            </a:pPr>
            <a:endParaRPr lang="en-US" sz="3769" spc="-79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198" y="564889"/>
            <a:ext cx="17339604" cy="2026962"/>
          </a:xfrm>
          <a:custGeom>
            <a:avLst/>
            <a:gdLst/>
            <a:ahLst/>
            <a:cxnLst/>
            <a:rect l="l" t="t" r="r" b="b"/>
            <a:pathLst>
              <a:path w="17339604" h="2026962">
                <a:moveTo>
                  <a:pt x="0" y="0"/>
                </a:moveTo>
                <a:lnTo>
                  <a:pt x="17339604" y="0"/>
                </a:lnTo>
                <a:lnTo>
                  <a:pt x="17339604" y="2026962"/>
                </a:lnTo>
                <a:lnTo>
                  <a:pt x="0" y="202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105" b="-4418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4198" y="564889"/>
            <a:ext cx="17339604" cy="2026962"/>
            <a:chOff x="0" y="0"/>
            <a:chExt cx="4566809" cy="5338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6809" cy="533850"/>
            </a:xfrm>
            <a:custGeom>
              <a:avLst/>
              <a:gdLst/>
              <a:ahLst/>
              <a:cxnLst/>
              <a:rect l="l" t="t" r="r" b="b"/>
              <a:pathLst>
                <a:path w="4566809" h="533850">
                  <a:moveTo>
                    <a:pt x="11162" y="0"/>
                  </a:moveTo>
                  <a:lnTo>
                    <a:pt x="4555647" y="0"/>
                  </a:lnTo>
                  <a:cubicBezTo>
                    <a:pt x="4558607" y="0"/>
                    <a:pt x="4561447" y="1176"/>
                    <a:pt x="4563540" y="3269"/>
                  </a:cubicBezTo>
                  <a:cubicBezTo>
                    <a:pt x="4565633" y="5363"/>
                    <a:pt x="4566809" y="8202"/>
                    <a:pt x="4566809" y="11162"/>
                  </a:cubicBezTo>
                  <a:lnTo>
                    <a:pt x="4566809" y="522688"/>
                  </a:lnTo>
                  <a:cubicBezTo>
                    <a:pt x="4566809" y="525648"/>
                    <a:pt x="4565633" y="528487"/>
                    <a:pt x="4563540" y="530581"/>
                  </a:cubicBezTo>
                  <a:cubicBezTo>
                    <a:pt x="4561447" y="532674"/>
                    <a:pt x="4558607" y="533850"/>
                    <a:pt x="4555647" y="533850"/>
                  </a:cubicBezTo>
                  <a:lnTo>
                    <a:pt x="11162" y="533850"/>
                  </a:lnTo>
                  <a:cubicBezTo>
                    <a:pt x="8202" y="533850"/>
                    <a:pt x="5363" y="532674"/>
                    <a:pt x="3269" y="530581"/>
                  </a:cubicBezTo>
                  <a:cubicBezTo>
                    <a:pt x="1176" y="528487"/>
                    <a:pt x="0" y="525648"/>
                    <a:pt x="0" y="522688"/>
                  </a:cubicBezTo>
                  <a:lnTo>
                    <a:pt x="0" y="11162"/>
                  </a:lnTo>
                  <a:cubicBezTo>
                    <a:pt x="0" y="8202"/>
                    <a:pt x="1176" y="5363"/>
                    <a:pt x="3269" y="3269"/>
                  </a:cubicBezTo>
                  <a:cubicBezTo>
                    <a:pt x="5363" y="1176"/>
                    <a:pt x="8202" y="0"/>
                    <a:pt x="11162" y="0"/>
                  </a:cubicBezTo>
                  <a:close/>
                </a:path>
              </a:pathLst>
            </a:custGeom>
            <a:solidFill>
              <a:srgbClr val="09202E">
                <a:alpha val="8666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66809" cy="58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29845" y="847725"/>
            <a:ext cx="15829455" cy="112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4"/>
              </a:lnSpc>
            </a:pPr>
            <a:r>
              <a:rPr lang="en-US" sz="625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Module Description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6860" y="2801356"/>
            <a:ext cx="17506942" cy="5309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7"/>
              </a:lnSpc>
            </a:pPr>
            <a:r>
              <a:rPr lang="en-US" sz="3769" b="1" spc="-79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Payment Module:</a:t>
            </a:r>
          </a:p>
          <a:p>
            <a:pPr marL="813812" lvl="1" indent="-406906" algn="l">
              <a:lnSpc>
                <a:spcPts val="5277"/>
              </a:lnSpc>
              <a:buFont typeface="Arial"/>
              <a:buChar char="•"/>
            </a:pPr>
            <a:r>
              <a:rPr lang="en-US" sz="3769" spc="-7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Allows customers to make premium payments using supported payment methods.</a:t>
            </a:r>
          </a:p>
          <a:p>
            <a:pPr marL="813812" lvl="1" indent="-406906" algn="l">
              <a:lnSpc>
                <a:spcPts val="5277"/>
              </a:lnSpc>
              <a:buFont typeface="Arial"/>
              <a:buChar char="•"/>
            </a:pPr>
            <a:r>
              <a:rPr lang="en-US" sz="3769" spc="-7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Activates the policy after admin approval and generates a PDF policy certificate.</a:t>
            </a:r>
          </a:p>
          <a:p>
            <a:pPr algn="l">
              <a:lnSpc>
                <a:spcPts val="5277"/>
              </a:lnSpc>
            </a:pPr>
            <a:r>
              <a:rPr lang="en-US" sz="3769" b="1" spc="-79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Claim Module:</a:t>
            </a:r>
          </a:p>
          <a:p>
            <a:pPr marL="813812" lvl="1" indent="-406906" algn="l">
              <a:lnSpc>
                <a:spcPts val="5277"/>
              </a:lnSpc>
              <a:buFont typeface="Arial"/>
              <a:buChar char="•"/>
            </a:pPr>
            <a:r>
              <a:rPr lang="en-US" sz="3769" spc="-7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Enables customers to raise insurance claims against their policies.</a:t>
            </a:r>
          </a:p>
          <a:p>
            <a:pPr marL="813812" lvl="1" indent="-406906" algn="l">
              <a:lnSpc>
                <a:spcPts val="5277"/>
              </a:lnSpc>
              <a:buFont typeface="Arial"/>
              <a:buChar char="•"/>
            </a:pPr>
            <a:r>
              <a:rPr lang="en-US" sz="3769" spc="-7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Allows admins to review, approve, or reject submitted claims.</a:t>
            </a:r>
          </a:p>
          <a:p>
            <a:pPr algn="ctr">
              <a:lnSpc>
                <a:spcPts val="4316"/>
              </a:lnSpc>
            </a:pPr>
            <a:endParaRPr lang="en-US" sz="3769" spc="-79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198" y="564889"/>
            <a:ext cx="17339604" cy="2026962"/>
          </a:xfrm>
          <a:custGeom>
            <a:avLst/>
            <a:gdLst/>
            <a:ahLst/>
            <a:cxnLst/>
            <a:rect l="l" t="t" r="r" b="b"/>
            <a:pathLst>
              <a:path w="17339604" h="2026962">
                <a:moveTo>
                  <a:pt x="0" y="0"/>
                </a:moveTo>
                <a:lnTo>
                  <a:pt x="17339604" y="0"/>
                </a:lnTo>
                <a:lnTo>
                  <a:pt x="17339604" y="2026962"/>
                </a:lnTo>
                <a:lnTo>
                  <a:pt x="0" y="202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105" b="-4418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4198" y="564889"/>
            <a:ext cx="17339604" cy="2026962"/>
            <a:chOff x="0" y="0"/>
            <a:chExt cx="4566809" cy="5338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6809" cy="533850"/>
            </a:xfrm>
            <a:custGeom>
              <a:avLst/>
              <a:gdLst/>
              <a:ahLst/>
              <a:cxnLst/>
              <a:rect l="l" t="t" r="r" b="b"/>
              <a:pathLst>
                <a:path w="4566809" h="533850">
                  <a:moveTo>
                    <a:pt x="11162" y="0"/>
                  </a:moveTo>
                  <a:lnTo>
                    <a:pt x="4555647" y="0"/>
                  </a:lnTo>
                  <a:cubicBezTo>
                    <a:pt x="4558607" y="0"/>
                    <a:pt x="4561447" y="1176"/>
                    <a:pt x="4563540" y="3269"/>
                  </a:cubicBezTo>
                  <a:cubicBezTo>
                    <a:pt x="4565633" y="5363"/>
                    <a:pt x="4566809" y="8202"/>
                    <a:pt x="4566809" y="11162"/>
                  </a:cubicBezTo>
                  <a:lnTo>
                    <a:pt x="4566809" y="522688"/>
                  </a:lnTo>
                  <a:cubicBezTo>
                    <a:pt x="4566809" y="525648"/>
                    <a:pt x="4565633" y="528487"/>
                    <a:pt x="4563540" y="530581"/>
                  </a:cubicBezTo>
                  <a:cubicBezTo>
                    <a:pt x="4561447" y="532674"/>
                    <a:pt x="4558607" y="533850"/>
                    <a:pt x="4555647" y="533850"/>
                  </a:cubicBezTo>
                  <a:lnTo>
                    <a:pt x="11162" y="533850"/>
                  </a:lnTo>
                  <a:cubicBezTo>
                    <a:pt x="8202" y="533850"/>
                    <a:pt x="5363" y="532674"/>
                    <a:pt x="3269" y="530581"/>
                  </a:cubicBezTo>
                  <a:cubicBezTo>
                    <a:pt x="1176" y="528487"/>
                    <a:pt x="0" y="525648"/>
                    <a:pt x="0" y="522688"/>
                  </a:cubicBezTo>
                  <a:lnTo>
                    <a:pt x="0" y="11162"/>
                  </a:lnTo>
                  <a:cubicBezTo>
                    <a:pt x="0" y="8202"/>
                    <a:pt x="1176" y="5363"/>
                    <a:pt x="3269" y="3269"/>
                  </a:cubicBezTo>
                  <a:cubicBezTo>
                    <a:pt x="5363" y="1176"/>
                    <a:pt x="8202" y="0"/>
                    <a:pt x="11162" y="0"/>
                  </a:cubicBezTo>
                  <a:close/>
                </a:path>
              </a:pathLst>
            </a:custGeom>
            <a:solidFill>
              <a:srgbClr val="09202E">
                <a:alpha val="8666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66809" cy="58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29845" y="847725"/>
            <a:ext cx="15829455" cy="112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4"/>
              </a:lnSpc>
            </a:pPr>
            <a:r>
              <a:rPr lang="en-US" sz="625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Module Description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4198" y="3179731"/>
            <a:ext cx="17506942" cy="5309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7"/>
              </a:lnSpc>
            </a:pPr>
            <a:r>
              <a:rPr lang="en-US" sz="3769" b="1" spc="-79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Document Module:</a:t>
            </a:r>
          </a:p>
          <a:p>
            <a:pPr marL="813812" lvl="1" indent="-406906" algn="l">
              <a:lnSpc>
                <a:spcPts val="5277"/>
              </a:lnSpc>
              <a:buFont typeface="Arial"/>
              <a:buChar char="•"/>
            </a:pPr>
            <a:r>
              <a:rPr lang="en-US" sz="3769" spc="-7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Allows customers to upload documents such as RC books and driving licenses</a:t>
            </a:r>
          </a:p>
          <a:p>
            <a:pPr marL="813812" lvl="1" indent="-406906" algn="l">
              <a:lnSpc>
                <a:spcPts val="5277"/>
              </a:lnSpc>
              <a:buFont typeface="Arial"/>
              <a:buChar char="•"/>
            </a:pPr>
            <a:r>
              <a:rPr lang="en-US" sz="3769" spc="-7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Stores and manages all proposal-related documents securely.</a:t>
            </a:r>
          </a:p>
          <a:p>
            <a:pPr algn="l">
              <a:lnSpc>
                <a:spcPts val="5277"/>
              </a:lnSpc>
            </a:pPr>
            <a:r>
              <a:rPr lang="en-US" sz="3769" b="1" spc="-79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Scheduler Module:</a:t>
            </a:r>
          </a:p>
          <a:p>
            <a:pPr marL="813812" lvl="1" indent="-406906" algn="l">
              <a:lnSpc>
                <a:spcPts val="5277"/>
              </a:lnSpc>
              <a:buFont typeface="Arial"/>
              <a:buChar char="•"/>
            </a:pPr>
            <a:r>
              <a:rPr lang="en-US" sz="3769" spc="-7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Automatically checks policy expiry every day without manual intervention.</a:t>
            </a:r>
          </a:p>
          <a:p>
            <a:pPr marL="813812" lvl="1" indent="-406906" algn="l">
              <a:lnSpc>
                <a:spcPts val="5277"/>
              </a:lnSpc>
              <a:buFont typeface="Arial"/>
              <a:buChar char="•"/>
            </a:pPr>
            <a:r>
              <a:rPr lang="en-US" sz="3769" spc="-7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Sends expiry reminder emails and updates expired policies automatically.</a:t>
            </a:r>
          </a:p>
          <a:p>
            <a:pPr algn="l">
              <a:lnSpc>
                <a:spcPts val="5277"/>
              </a:lnSpc>
            </a:pPr>
            <a:endParaRPr lang="en-US" sz="3769" spc="-79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lnSpc>
                <a:spcPts val="4316"/>
              </a:lnSpc>
            </a:pPr>
            <a:endParaRPr lang="en-US" sz="3769" spc="-79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198" y="564889"/>
            <a:ext cx="17339604" cy="2026962"/>
          </a:xfrm>
          <a:custGeom>
            <a:avLst/>
            <a:gdLst/>
            <a:ahLst/>
            <a:cxnLst/>
            <a:rect l="l" t="t" r="r" b="b"/>
            <a:pathLst>
              <a:path w="17339604" h="2026962">
                <a:moveTo>
                  <a:pt x="0" y="0"/>
                </a:moveTo>
                <a:lnTo>
                  <a:pt x="17339604" y="0"/>
                </a:lnTo>
                <a:lnTo>
                  <a:pt x="17339604" y="2026962"/>
                </a:lnTo>
                <a:lnTo>
                  <a:pt x="0" y="202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105" b="-4418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4198" y="564889"/>
            <a:ext cx="17339604" cy="2026962"/>
            <a:chOff x="0" y="0"/>
            <a:chExt cx="4566809" cy="5338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6809" cy="533850"/>
            </a:xfrm>
            <a:custGeom>
              <a:avLst/>
              <a:gdLst/>
              <a:ahLst/>
              <a:cxnLst/>
              <a:rect l="l" t="t" r="r" b="b"/>
              <a:pathLst>
                <a:path w="4566809" h="533850">
                  <a:moveTo>
                    <a:pt x="11162" y="0"/>
                  </a:moveTo>
                  <a:lnTo>
                    <a:pt x="4555647" y="0"/>
                  </a:lnTo>
                  <a:cubicBezTo>
                    <a:pt x="4558607" y="0"/>
                    <a:pt x="4561447" y="1176"/>
                    <a:pt x="4563540" y="3269"/>
                  </a:cubicBezTo>
                  <a:cubicBezTo>
                    <a:pt x="4565633" y="5363"/>
                    <a:pt x="4566809" y="8202"/>
                    <a:pt x="4566809" y="11162"/>
                  </a:cubicBezTo>
                  <a:lnTo>
                    <a:pt x="4566809" y="522688"/>
                  </a:lnTo>
                  <a:cubicBezTo>
                    <a:pt x="4566809" y="525648"/>
                    <a:pt x="4565633" y="528487"/>
                    <a:pt x="4563540" y="530581"/>
                  </a:cubicBezTo>
                  <a:cubicBezTo>
                    <a:pt x="4561447" y="532674"/>
                    <a:pt x="4558607" y="533850"/>
                    <a:pt x="4555647" y="533850"/>
                  </a:cubicBezTo>
                  <a:lnTo>
                    <a:pt x="11162" y="533850"/>
                  </a:lnTo>
                  <a:cubicBezTo>
                    <a:pt x="8202" y="533850"/>
                    <a:pt x="5363" y="532674"/>
                    <a:pt x="3269" y="530581"/>
                  </a:cubicBezTo>
                  <a:cubicBezTo>
                    <a:pt x="1176" y="528487"/>
                    <a:pt x="0" y="525648"/>
                    <a:pt x="0" y="522688"/>
                  </a:cubicBezTo>
                  <a:lnTo>
                    <a:pt x="0" y="11162"/>
                  </a:lnTo>
                  <a:cubicBezTo>
                    <a:pt x="0" y="8202"/>
                    <a:pt x="1176" y="5363"/>
                    <a:pt x="3269" y="3269"/>
                  </a:cubicBezTo>
                  <a:cubicBezTo>
                    <a:pt x="5363" y="1176"/>
                    <a:pt x="8202" y="0"/>
                    <a:pt x="11162" y="0"/>
                  </a:cubicBezTo>
                  <a:close/>
                </a:path>
              </a:pathLst>
            </a:custGeom>
            <a:solidFill>
              <a:srgbClr val="09202E">
                <a:alpha val="8666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66809" cy="58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29845" y="847725"/>
            <a:ext cx="15829455" cy="112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4"/>
              </a:lnSpc>
            </a:pPr>
            <a:r>
              <a:rPr lang="en-US" sz="625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 Page 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6860" y="2801356"/>
            <a:ext cx="17506942" cy="6532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3812" lvl="1" indent="-406906" algn="l">
              <a:lnSpc>
                <a:spcPts val="5277"/>
              </a:lnSpc>
              <a:buFont typeface="Arial"/>
              <a:buChar char="•"/>
            </a:pPr>
            <a:r>
              <a:rPr lang="en-US" sz="3769" b="1" spc="-7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Login / Register – </a:t>
            </a:r>
            <a:r>
              <a:rPr lang="en-US" sz="3769" spc="-7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Users create an account or log in securely using JWT authentication.</a:t>
            </a:r>
          </a:p>
          <a:p>
            <a:pPr marL="813812" lvl="1" indent="-406906" algn="l">
              <a:lnSpc>
                <a:spcPts val="5277"/>
              </a:lnSpc>
              <a:buFont typeface="Arial"/>
              <a:buChar char="•"/>
            </a:pPr>
            <a:r>
              <a:rPr lang="en-US" sz="3769" b="1" spc="-7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Dashboard – </a:t>
            </a:r>
            <a:r>
              <a:rPr lang="en-US" sz="3769" spc="-7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Customers and Admins are redirected to their respective dashboards after successful login.</a:t>
            </a:r>
          </a:p>
          <a:p>
            <a:pPr marL="813812" lvl="1" indent="-406906" algn="l">
              <a:lnSpc>
                <a:spcPts val="5277"/>
              </a:lnSpc>
              <a:buFont typeface="Arial"/>
              <a:buChar char="•"/>
            </a:pPr>
            <a:r>
              <a:rPr lang="en-US" sz="3769" b="1" spc="-7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Browse Policies – </a:t>
            </a:r>
            <a:r>
              <a:rPr lang="en-US" sz="3769" spc="-7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Customers view available insurance policies and select a suitable plan.</a:t>
            </a:r>
          </a:p>
          <a:p>
            <a:pPr marL="813812" lvl="1" indent="-406906" algn="l">
              <a:lnSpc>
                <a:spcPts val="5277"/>
              </a:lnSpc>
              <a:buFont typeface="Arial"/>
              <a:buChar char="•"/>
            </a:pPr>
            <a:r>
              <a:rPr lang="en-US" sz="3769" b="1" spc="-7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Submit Proposal – </a:t>
            </a:r>
            <a:r>
              <a:rPr lang="en-US" sz="3769" spc="-7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Customers enter vehicle details and submit an insurance proposal.</a:t>
            </a:r>
          </a:p>
          <a:p>
            <a:pPr algn="l">
              <a:lnSpc>
                <a:spcPts val="5277"/>
              </a:lnSpc>
            </a:pPr>
            <a:endParaRPr lang="en-US" sz="3769" spc="-79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lnSpc>
                <a:spcPts val="4316"/>
              </a:lnSpc>
            </a:pPr>
            <a:endParaRPr lang="en-US" sz="3769" spc="-79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198" y="564889"/>
            <a:ext cx="17339604" cy="2026962"/>
          </a:xfrm>
          <a:custGeom>
            <a:avLst/>
            <a:gdLst/>
            <a:ahLst/>
            <a:cxnLst/>
            <a:rect l="l" t="t" r="r" b="b"/>
            <a:pathLst>
              <a:path w="17339604" h="2026962">
                <a:moveTo>
                  <a:pt x="0" y="0"/>
                </a:moveTo>
                <a:lnTo>
                  <a:pt x="17339604" y="0"/>
                </a:lnTo>
                <a:lnTo>
                  <a:pt x="17339604" y="2026962"/>
                </a:lnTo>
                <a:lnTo>
                  <a:pt x="0" y="202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105" b="-4418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4198" y="564889"/>
            <a:ext cx="17339604" cy="2026962"/>
            <a:chOff x="0" y="0"/>
            <a:chExt cx="4566809" cy="5338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6809" cy="533850"/>
            </a:xfrm>
            <a:custGeom>
              <a:avLst/>
              <a:gdLst/>
              <a:ahLst/>
              <a:cxnLst/>
              <a:rect l="l" t="t" r="r" b="b"/>
              <a:pathLst>
                <a:path w="4566809" h="533850">
                  <a:moveTo>
                    <a:pt x="11162" y="0"/>
                  </a:moveTo>
                  <a:lnTo>
                    <a:pt x="4555647" y="0"/>
                  </a:lnTo>
                  <a:cubicBezTo>
                    <a:pt x="4558607" y="0"/>
                    <a:pt x="4561447" y="1176"/>
                    <a:pt x="4563540" y="3269"/>
                  </a:cubicBezTo>
                  <a:cubicBezTo>
                    <a:pt x="4565633" y="5363"/>
                    <a:pt x="4566809" y="8202"/>
                    <a:pt x="4566809" y="11162"/>
                  </a:cubicBezTo>
                  <a:lnTo>
                    <a:pt x="4566809" y="522688"/>
                  </a:lnTo>
                  <a:cubicBezTo>
                    <a:pt x="4566809" y="525648"/>
                    <a:pt x="4565633" y="528487"/>
                    <a:pt x="4563540" y="530581"/>
                  </a:cubicBezTo>
                  <a:cubicBezTo>
                    <a:pt x="4561447" y="532674"/>
                    <a:pt x="4558607" y="533850"/>
                    <a:pt x="4555647" y="533850"/>
                  </a:cubicBezTo>
                  <a:lnTo>
                    <a:pt x="11162" y="533850"/>
                  </a:lnTo>
                  <a:cubicBezTo>
                    <a:pt x="8202" y="533850"/>
                    <a:pt x="5363" y="532674"/>
                    <a:pt x="3269" y="530581"/>
                  </a:cubicBezTo>
                  <a:cubicBezTo>
                    <a:pt x="1176" y="528487"/>
                    <a:pt x="0" y="525648"/>
                    <a:pt x="0" y="522688"/>
                  </a:cubicBezTo>
                  <a:lnTo>
                    <a:pt x="0" y="11162"/>
                  </a:lnTo>
                  <a:cubicBezTo>
                    <a:pt x="0" y="8202"/>
                    <a:pt x="1176" y="5363"/>
                    <a:pt x="3269" y="3269"/>
                  </a:cubicBezTo>
                  <a:cubicBezTo>
                    <a:pt x="5363" y="1176"/>
                    <a:pt x="8202" y="0"/>
                    <a:pt x="11162" y="0"/>
                  </a:cubicBezTo>
                  <a:close/>
                </a:path>
              </a:pathLst>
            </a:custGeom>
            <a:solidFill>
              <a:srgbClr val="09202E">
                <a:alpha val="8666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66809" cy="58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29845" y="847725"/>
            <a:ext cx="15829455" cy="112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4"/>
              </a:lnSpc>
            </a:pPr>
            <a:r>
              <a:rPr lang="en-US" sz="625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 Page 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6860" y="2801356"/>
            <a:ext cx="17506942" cy="6532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3812" lvl="1" indent="-406906" algn="l">
              <a:lnSpc>
                <a:spcPts val="5277"/>
              </a:lnSpc>
              <a:buFont typeface="Arial"/>
              <a:buChar char="•"/>
            </a:pPr>
            <a:r>
              <a:rPr lang="en-US" sz="3769" b="1" spc="-7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Quote Generation – </a:t>
            </a:r>
            <a:r>
              <a:rPr lang="en-US" sz="3769" spc="-7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Admin approves the proposal, and the system generates the premium quote.</a:t>
            </a:r>
          </a:p>
          <a:p>
            <a:pPr marL="813812" lvl="1" indent="-406906" algn="l">
              <a:lnSpc>
                <a:spcPts val="5277"/>
              </a:lnSpc>
              <a:buFont typeface="Arial"/>
              <a:buChar char="•"/>
            </a:pPr>
            <a:r>
              <a:rPr lang="en-US" sz="3769" b="1" spc="-7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Make Payment – </a:t>
            </a:r>
            <a:r>
              <a:rPr lang="en-US" sz="3769" spc="-7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Customers pay the premium using the available payment methods.</a:t>
            </a:r>
          </a:p>
          <a:p>
            <a:pPr marL="813812" lvl="1" indent="-406906" algn="l">
              <a:lnSpc>
                <a:spcPts val="5277"/>
              </a:lnSpc>
              <a:buFont typeface="Arial"/>
              <a:buChar char="•"/>
            </a:pPr>
            <a:r>
              <a:rPr lang="en-US" sz="3769" b="1" spc="-7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Policy Activation – </a:t>
            </a:r>
            <a:r>
              <a:rPr lang="en-US" sz="3769" spc="-7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Admin approves the payment, activating the policy and generating a PDF certificate.</a:t>
            </a:r>
          </a:p>
          <a:p>
            <a:pPr marL="813812" lvl="1" indent="-406906" algn="l">
              <a:lnSpc>
                <a:spcPts val="5277"/>
              </a:lnSpc>
              <a:buFont typeface="Arial"/>
              <a:buChar char="•"/>
            </a:pPr>
            <a:r>
              <a:rPr lang="en-US" sz="3769" b="1" spc="-7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Claims &amp; Documents – </a:t>
            </a:r>
            <a:r>
              <a:rPr lang="en-US" sz="3769" spc="-7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Customers can raise claims, upload supporting documents, and track claim status.</a:t>
            </a:r>
          </a:p>
          <a:p>
            <a:pPr algn="l">
              <a:lnSpc>
                <a:spcPts val="5277"/>
              </a:lnSpc>
            </a:pPr>
            <a:endParaRPr lang="en-US" sz="3769" spc="-79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lnSpc>
                <a:spcPts val="4316"/>
              </a:lnSpc>
            </a:pPr>
            <a:endParaRPr lang="en-US" sz="3769" spc="-79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198" y="564889"/>
            <a:ext cx="17339604" cy="2026962"/>
          </a:xfrm>
          <a:custGeom>
            <a:avLst/>
            <a:gdLst/>
            <a:ahLst/>
            <a:cxnLst/>
            <a:rect l="l" t="t" r="r" b="b"/>
            <a:pathLst>
              <a:path w="17339604" h="2026962">
                <a:moveTo>
                  <a:pt x="0" y="0"/>
                </a:moveTo>
                <a:lnTo>
                  <a:pt x="17339604" y="0"/>
                </a:lnTo>
                <a:lnTo>
                  <a:pt x="17339604" y="2026962"/>
                </a:lnTo>
                <a:lnTo>
                  <a:pt x="0" y="202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105" b="-4418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4198" y="564889"/>
            <a:ext cx="17339604" cy="2026962"/>
            <a:chOff x="0" y="0"/>
            <a:chExt cx="4566809" cy="5338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6809" cy="533850"/>
            </a:xfrm>
            <a:custGeom>
              <a:avLst/>
              <a:gdLst/>
              <a:ahLst/>
              <a:cxnLst/>
              <a:rect l="l" t="t" r="r" b="b"/>
              <a:pathLst>
                <a:path w="4566809" h="533850">
                  <a:moveTo>
                    <a:pt x="11162" y="0"/>
                  </a:moveTo>
                  <a:lnTo>
                    <a:pt x="4555647" y="0"/>
                  </a:lnTo>
                  <a:cubicBezTo>
                    <a:pt x="4558607" y="0"/>
                    <a:pt x="4561447" y="1176"/>
                    <a:pt x="4563540" y="3269"/>
                  </a:cubicBezTo>
                  <a:cubicBezTo>
                    <a:pt x="4565633" y="5363"/>
                    <a:pt x="4566809" y="8202"/>
                    <a:pt x="4566809" y="11162"/>
                  </a:cubicBezTo>
                  <a:lnTo>
                    <a:pt x="4566809" y="522688"/>
                  </a:lnTo>
                  <a:cubicBezTo>
                    <a:pt x="4566809" y="525648"/>
                    <a:pt x="4565633" y="528487"/>
                    <a:pt x="4563540" y="530581"/>
                  </a:cubicBezTo>
                  <a:cubicBezTo>
                    <a:pt x="4561447" y="532674"/>
                    <a:pt x="4558607" y="533850"/>
                    <a:pt x="4555647" y="533850"/>
                  </a:cubicBezTo>
                  <a:lnTo>
                    <a:pt x="11162" y="533850"/>
                  </a:lnTo>
                  <a:cubicBezTo>
                    <a:pt x="8202" y="533850"/>
                    <a:pt x="5363" y="532674"/>
                    <a:pt x="3269" y="530581"/>
                  </a:cubicBezTo>
                  <a:cubicBezTo>
                    <a:pt x="1176" y="528487"/>
                    <a:pt x="0" y="525648"/>
                    <a:pt x="0" y="522688"/>
                  </a:cubicBezTo>
                  <a:lnTo>
                    <a:pt x="0" y="11162"/>
                  </a:lnTo>
                  <a:cubicBezTo>
                    <a:pt x="0" y="8202"/>
                    <a:pt x="1176" y="5363"/>
                    <a:pt x="3269" y="3269"/>
                  </a:cubicBezTo>
                  <a:cubicBezTo>
                    <a:pt x="5363" y="1176"/>
                    <a:pt x="8202" y="0"/>
                    <a:pt x="11162" y="0"/>
                  </a:cubicBezTo>
                  <a:close/>
                </a:path>
              </a:pathLst>
            </a:custGeom>
            <a:solidFill>
              <a:srgbClr val="09202E">
                <a:alpha val="8666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66809" cy="58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18901" y="4522282"/>
            <a:ext cx="18069099" cy="4185332"/>
          </a:xfrm>
          <a:custGeom>
            <a:avLst/>
            <a:gdLst/>
            <a:ahLst/>
            <a:cxnLst/>
            <a:rect l="l" t="t" r="r" b="b"/>
            <a:pathLst>
              <a:path w="18069099" h="4185332">
                <a:moveTo>
                  <a:pt x="0" y="0"/>
                </a:moveTo>
                <a:lnTo>
                  <a:pt x="18069099" y="0"/>
                </a:lnTo>
                <a:lnTo>
                  <a:pt x="18069099" y="4185332"/>
                </a:lnTo>
                <a:lnTo>
                  <a:pt x="0" y="41853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45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29845" y="847725"/>
            <a:ext cx="15829455" cy="112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4"/>
              </a:lnSpc>
            </a:pPr>
            <a:r>
              <a:rPr lang="en-US" sz="625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Class Diagram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198" y="564889"/>
            <a:ext cx="17339604" cy="2026962"/>
          </a:xfrm>
          <a:custGeom>
            <a:avLst/>
            <a:gdLst/>
            <a:ahLst/>
            <a:cxnLst/>
            <a:rect l="l" t="t" r="r" b="b"/>
            <a:pathLst>
              <a:path w="17339604" h="2026962">
                <a:moveTo>
                  <a:pt x="0" y="0"/>
                </a:moveTo>
                <a:lnTo>
                  <a:pt x="17339604" y="0"/>
                </a:lnTo>
                <a:lnTo>
                  <a:pt x="17339604" y="2026962"/>
                </a:lnTo>
                <a:lnTo>
                  <a:pt x="0" y="202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105" b="-4418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4198" y="564889"/>
            <a:ext cx="17339604" cy="2026962"/>
            <a:chOff x="0" y="0"/>
            <a:chExt cx="4566809" cy="5338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6809" cy="533850"/>
            </a:xfrm>
            <a:custGeom>
              <a:avLst/>
              <a:gdLst/>
              <a:ahLst/>
              <a:cxnLst/>
              <a:rect l="l" t="t" r="r" b="b"/>
              <a:pathLst>
                <a:path w="4566809" h="533850">
                  <a:moveTo>
                    <a:pt x="11162" y="0"/>
                  </a:moveTo>
                  <a:lnTo>
                    <a:pt x="4555647" y="0"/>
                  </a:lnTo>
                  <a:cubicBezTo>
                    <a:pt x="4558607" y="0"/>
                    <a:pt x="4561447" y="1176"/>
                    <a:pt x="4563540" y="3269"/>
                  </a:cubicBezTo>
                  <a:cubicBezTo>
                    <a:pt x="4565633" y="5363"/>
                    <a:pt x="4566809" y="8202"/>
                    <a:pt x="4566809" y="11162"/>
                  </a:cubicBezTo>
                  <a:lnTo>
                    <a:pt x="4566809" y="522688"/>
                  </a:lnTo>
                  <a:cubicBezTo>
                    <a:pt x="4566809" y="525648"/>
                    <a:pt x="4565633" y="528487"/>
                    <a:pt x="4563540" y="530581"/>
                  </a:cubicBezTo>
                  <a:cubicBezTo>
                    <a:pt x="4561447" y="532674"/>
                    <a:pt x="4558607" y="533850"/>
                    <a:pt x="4555647" y="533850"/>
                  </a:cubicBezTo>
                  <a:lnTo>
                    <a:pt x="11162" y="533850"/>
                  </a:lnTo>
                  <a:cubicBezTo>
                    <a:pt x="8202" y="533850"/>
                    <a:pt x="5363" y="532674"/>
                    <a:pt x="3269" y="530581"/>
                  </a:cubicBezTo>
                  <a:cubicBezTo>
                    <a:pt x="1176" y="528487"/>
                    <a:pt x="0" y="525648"/>
                    <a:pt x="0" y="522688"/>
                  </a:cubicBezTo>
                  <a:lnTo>
                    <a:pt x="0" y="11162"/>
                  </a:lnTo>
                  <a:cubicBezTo>
                    <a:pt x="0" y="8202"/>
                    <a:pt x="1176" y="5363"/>
                    <a:pt x="3269" y="3269"/>
                  </a:cubicBezTo>
                  <a:cubicBezTo>
                    <a:pt x="5363" y="1176"/>
                    <a:pt x="8202" y="0"/>
                    <a:pt x="11162" y="0"/>
                  </a:cubicBezTo>
                  <a:close/>
                </a:path>
              </a:pathLst>
            </a:custGeom>
            <a:solidFill>
              <a:srgbClr val="09202E">
                <a:alpha val="8666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66809" cy="58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3903864" y="2591851"/>
            <a:ext cx="10280034" cy="8062082"/>
          </a:xfrm>
          <a:custGeom>
            <a:avLst/>
            <a:gdLst/>
            <a:ahLst/>
            <a:cxnLst/>
            <a:rect l="l" t="t" r="r" b="b"/>
            <a:pathLst>
              <a:path w="10280034" h="8062082">
                <a:moveTo>
                  <a:pt x="0" y="0"/>
                </a:moveTo>
                <a:lnTo>
                  <a:pt x="10280034" y="0"/>
                </a:lnTo>
                <a:lnTo>
                  <a:pt x="10280034" y="8062081"/>
                </a:lnTo>
                <a:lnTo>
                  <a:pt x="0" y="8062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29845" y="847725"/>
            <a:ext cx="15829455" cy="112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4"/>
              </a:lnSpc>
            </a:pPr>
            <a:r>
              <a:rPr lang="en-US" sz="625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ER Diagram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6860" y="2801356"/>
            <a:ext cx="17506942" cy="540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5664" lvl="1" indent="-332832" algn="ctr">
              <a:lnSpc>
                <a:spcPts val="4316"/>
              </a:lnSpc>
              <a:buFont typeface="Arial"/>
              <a:buChar char="•"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198" y="564889"/>
            <a:ext cx="17339604" cy="2026962"/>
          </a:xfrm>
          <a:custGeom>
            <a:avLst/>
            <a:gdLst/>
            <a:ahLst/>
            <a:cxnLst/>
            <a:rect l="l" t="t" r="r" b="b"/>
            <a:pathLst>
              <a:path w="17339604" h="2026962">
                <a:moveTo>
                  <a:pt x="0" y="0"/>
                </a:moveTo>
                <a:lnTo>
                  <a:pt x="17339604" y="0"/>
                </a:lnTo>
                <a:lnTo>
                  <a:pt x="17339604" y="2026962"/>
                </a:lnTo>
                <a:lnTo>
                  <a:pt x="0" y="202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105" b="-4418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4198" y="564889"/>
            <a:ext cx="17339604" cy="2026962"/>
            <a:chOff x="0" y="0"/>
            <a:chExt cx="4566809" cy="5338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6809" cy="533850"/>
            </a:xfrm>
            <a:custGeom>
              <a:avLst/>
              <a:gdLst/>
              <a:ahLst/>
              <a:cxnLst/>
              <a:rect l="l" t="t" r="r" b="b"/>
              <a:pathLst>
                <a:path w="4566809" h="533850">
                  <a:moveTo>
                    <a:pt x="11162" y="0"/>
                  </a:moveTo>
                  <a:lnTo>
                    <a:pt x="4555647" y="0"/>
                  </a:lnTo>
                  <a:cubicBezTo>
                    <a:pt x="4558607" y="0"/>
                    <a:pt x="4561447" y="1176"/>
                    <a:pt x="4563540" y="3269"/>
                  </a:cubicBezTo>
                  <a:cubicBezTo>
                    <a:pt x="4565633" y="5363"/>
                    <a:pt x="4566809" y="8202"/>
                    <a:pt x="4566809" y="11162"/>
                  </a:cubicBezTo>
                  <a:lnTo>
                    <a:pt x="4566809" y="522688"/>
                  </a:lnTo>
                  <a:cubicBezTo>
                    <a:pt x="4566809" y="525648"/>
                    <a:pt x="4565633" y="528487"/>
                    <a:pt x="4563540" y="530581"/>
                  </a:cubicBezTo>
                  <a:cubicBezTo>
                    <a:pt x="4561447" y="532674"/>
                    <a:pt x="4558607" y="533850"/>
                    <a:pt x="4555647" y="533850"/>
                  </a:cubicBezTo>
                  <a:lnTo>
                    <a:pt x="11162" y="533850"/>
                  </a:lnTo>
                  <a:cubicBezTo>
                    <a:pt x="8202" y="533850"/>
                    <a:pt x="5363" y="532674"/>
                    <a:pt x="3269" y="530581"/>
                  </a:cubicBezTo>
                  <a:cubicBezTo>
                    <a:pt x="1176" y="528487"/>
                    <a:pt x="0" y="525648"/>
                    <a:pt x="0" y="522688"/>
                  </a:cubicBezTo>
                  <a:lnTo>
                    <a:pt x="0" y="11162"/>
                  </a:lnTo>
                  <a:cubicBezTo>
                    <a:pt x="0" y="8202"/>
                    <a:pt x="1176" y="5363"/>
                    <a:pt x="3269" y="3269"/>
                  </a:cubicBezTo>
                  <a:cubicBezTo>
                    <a:pt x="5363" y="1176"/>
                    <a:pt x="8202" y="0"/>
                    <a:pt x="11162" y="0"/>
                  </a:cubicBezTo>
                  <a:close/>
                </a:path>
              </a:pathLst>
            </a:custGeom>
            <a:solidFill>
              <a:srgbClr val="09202E">
                <a:alpha val="8666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66809" cy="58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335602" y="2591851"/>
            <a:ext cx="6225146" cy="7695149"/>
          </a:xfrm>
          <a:custGeom>
            <a:avLst/>
            <a:gdLst/>
            <a:ahLst/>
            <a:cxnLst/>
            <a:rect l="l" t="t" r="r" b="b"/>
            <a:pathLst>
              <a:path w="6225146" h="7695149">
                <a:moveTo>
                  <a:pt x="0" y="0"/>
                </a:moveTo>
                <a:lnTo>
                  <a:pt x="6225146" y="0"/>
                </a:lnTo>
                <a:lnTo>
                  <a:pt x="6225146" y="7695149"/>
                </a:lnTo>
                <a:lnTo>
                  <a:pt x="0" y="76951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29845" y="847725"/>
            <a:ext cx="15829455" cy="112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4"/>
              </a:lnSpc>
            </a:pPr>
            <a:r>
              <a:rPr lang="en-US" sz="625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UseCase Diagram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6860" y="2801356"/>
            <a:ext cx="17506942" cy="540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5664" lvl="1" indent="-332832" algn="ctr">
              <a:lnSpc>
                <a:spcPts val="4316"/>
              </a:lnSpc>
              <a:buFont typeface="Arial"/>
              <a:buChar char="•"/>
            </a:pP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ED82A6-CED0-D1E8-8DFE-A69AECD913C1}"/>
              </a:ext>
            </a:extLst>
          </p:cNvPr>
          <p:cNvSpPr/>
          <p:nvPr/>
        </p:nvSpPr>
        <p:spPr>
          <a:xfrm>
            <a:off x="5486400" y="5143500"/>
            <a:ext cx="914400" cy="152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61CAF6-0AF2-240B-8493-935BDE3A9930}"/>
              </a:ext>
            </a:extLst>
          </p:cNvPr>
          <p:cNvSpPr/>
          <p:nvPr/>
        </p:nvSpPr>
        <p:spPr>
          <a:xfrm>
            <a:off x="5715000" y="7353300"/>
            <a:ext cx="914400" cy="152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admin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198" y="564889"/>
            <a:ext cx="17339604" cy="2026962"/>
          </a:xfrm>
          <a:custGeom>
            <a:avLst/>
            <a:gdLst/>
            <a:ahLst/>
            <a:cxnLst/>
            <a:rect l="l" t="t" r="r" b="b"/>
            <a:pathLst>
              <a:path w="17339604" h="2026962">
                <a:moveTo>
                  <a:pt x="0" y="0"/>
                </a:moveTo>
                <a:lnTo>
                  <a:pt x="17339604" y="0"/>
                </a:lnTo>
                <a:lnTo>
                  <a:pt x="17339604" y="2026962"/>
                </a:lnTo>
                <a:lnTo>
                  <a:pt x="0" y="202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105" b="-4418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4198" y="564889"/>
            <a:ext cx="17339604" cy="2026962"/>
            <a:chOff x="0" y="0"/>
            <a:chExt cx="4566809" cy="5338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6809" cy="533850"/>
            </a:xfrm>
            <a:custGeom>
              <a:avLst/>
              <a:gdLst/>
              <a:ahLst/>
              <a:cxnLst/>
              <a:rect l="l" t="t" r="r" b="b"/>
              <a:pathLst>
                <a:path w="4566809" h="533850">
                  <a:moveTo>
                    <a:pt x="11162" y="0"/>
                  </a:moveTo>
                  <a:lnTo>
                    <a:pt x="4555647" y="0"/>
                  </a:lnTo>
                  <a:cubicBezTo>
                    <a:pt x="4558607" y="0"/>
                    <a:pt x="4561447" y="1176"/>
                    <a:pt x="4563540" y="3269"/>
                  </a:cubicBezTo>
                  <a:cubicBezTo>
                    <a:pt x="4565633" y="5363"/>
                    <a:pt x="4566809" y="8202"/>
                    <a:pt x="4566809" y="11162"/>
                  </a:cubicBezTo>
                  <a:lnTo>
                    <a:pt x="4566809" y="522688"/>
                  </a:lnTo>
                  <a:cubicBezTo>
                    <a:pt x="4566809" y="525648"/>
                    <a:pt x="4565633" y="528487"/>
                    <a:pt x="4563540" y="530581"/>
                  </a:cubicBezTo>
                  <a:cubicBezTo>
                    <a:pt x="4561447" y="532674"/>
                    <a:pt x="4558607" y="533850"/>
                    <a:pt x="4555647" y="533850"/>
                  </a:cubicBezTo>
                  <a:lnTo>
                    <a:pt x="11162" y="533850"/>
                  </a:lnTo>
                  <a:cubicBezTo>
                    <a:pt x="8202" y="533850"/>
                    <a:pt x="5363" y="532674"/>
                    <a:pt x="3269" y="530581"/>
                  </a:cubicBezTo>
                  <a:cubicBezTo>
                    <a:pt x="1176" y="528487"/>
                    <a:pt x="0" y="525648"/>
                    <a:pt x="0" y="522688"/>
                  </a:cubicBezTo>
                  <a:lnTo>
                    <a:pt x="0" y="11162"/>
                  </a:lnTo>
                  <a:cubicBezTo>
                    <a:pt x="0" y="8202"/>
                    <a:pt x="1176" y="5363"/>
                    <a:pt x="3269" y="3269"/>
                  </a:cubicBezTo>
                  <a:cubicBezTo>
                    <a:pt x="5363" y="1176"/>
                    <a:pt x="8202" y="0"/>
                    <a:pt x="11162" y="0"/>
                  </a:cubicBezTo>
                  <a:close/>
                </a:path>
              </a:pathLst>
            </a:custGeom>
            <a:solidFill>
              <a:srgbClr val="09202E">
                <a:alpha val="8666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66809" cy="58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326606" y="2862118"/>
            <a:ext cx="17634787" cy="7154614"/>
          </a:xfrm>
          <a:custGeom>
            <a:avLst/>
            <a:gdLst/>
            <a:ahLst/>
            <a:cxnLst/>
            <a:rect l="l" t="t" r="r" b="b"/>
            <a:pathLst>
              <a:path w="17634787" h="7154614">
                <a:moveTo>
                  <a:pt x="0" y="0"/>
                </a:moveTo>
                <a:lnTo>
                  <a:pt x="17634788" y="0"/>
                </a:lnTo>
                <a:lnTo>
                  <a:pt x="17634788" y="7154614"/>
                </a:lnTo>
                <a:lnTo>
                  <a:pt x="0" y="71546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923" b="-9478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29845" y="847725"/>
            <a:ext cx="15829455" cy="112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4"/>
              </a:lnSpc>
            </a:pPr>
            <a:r>
              <a:rPr lang="en-US" sz="6253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 Screenshots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198" y="564889"/>
            <a:ext cx="17339604" cy="2026962"/>
          </a:xfrm>
          <a:custGeom>
            <a:avLst/>
            <a:gdLst/>
            <a:ahLst/>
            <a:cxnLst/>
            <a:rect l="l" t="t" r="r" b="b"/>
            <a:pathLst>
              <a:path w="17339604" h="2026962">
                <a:moveTo>
                  <a:pt x="0" y="0"/>
                </a:moveTo>
                <a:lnTo>
                  <a:pt x="17339604" y="0"/>
                </a:lnTo>
                <a:lnTo>
                  <a:pt x="17339604" y="2026962"/>
                </a:lnTo>
                <a:lnTo>
                  <a:pt x="0" y="202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105" b="-4418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4198" y="564889"/>
            <a:ext cx="17339604" cy="2026962"/>
            <a:chOff x="0" y="0"/>
            <a:chExt cx="4566809" cy="5338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6809" cy="533850"/>
            </a:xfrm>
            <a:custGeom>
              <a:avLst/>
              <a:gdLst/>
              <a:ahLst/>
              <a:cxnLst/>
              <a:rect l="l" t="t" r="r" b="b"/>
              <a:pathLst>
                <a:path w="4566809" h="533850">
                  <a:moveTo>
                    <a:pt x="11162" y="0"/>
                  </a:moveTo>
                  <a:lnTo>
                    <a:pt x="4555647" y="0"/>
                  </a:lnTo>
                  <a:cubicBezTo>
                    <a:pt x="4558607" y="0"/>
                    <a:pt x="4561447" y="1176"/>
                    <a:pt x="4563540" y="3269"/>
                  </a:cubicBezTo>
                  <a:cubicBezTo>
                    <a:pt x="4565633" y="5363"/>
                    <a:pt x="4566809" y="8202"/>
                    <a:pt x="4566809" y="11162"/>
                  </a:cubicBezTo>
                  <a:lnTo>
                    <a:pt x="4566809" y="522688"/>
                  </a:lnTo>
                  <a:cubicBezTo>
                    <a:pt x="4566809" y="525648"/>
                    <a:pt x="4565633" y="528487"/>
                    <a:pt x="4563540" y="530581"/>
                  </a:cubicBezTo>
                  <a:cubicBezTo>
                    <a:pt x="4561447" y="532674"/>
                    <a:pt x="4558607" y="533850"/>
                    <a:pt x="4555647" y="533850"/>
                  </a:cubicBezTo>
                  <a:lnTo>
                    <a:pt x="11162" y="533850"/>
                  </a:lnTo>
                  <a:cubicBezTo>
                    <a:pt x="8202" y="533850"/>
                    <a:pt x="5363" y="532674"/>
                    <a:pt x="3269" y="530581"/>
                  </a:cubicBezTo>
                  <a:cubicBezTo>
                    <a:pt x="1176" y="528487"/>
                    <a:pt x="0" y="525648"/>
                    <a:pt x="0" y="522688"/>
                  </a:cubicBezTo>
                  <a:lnTo>
                    <a:pt x="0" y="11162"/>
                  </a:lnTo>
                  <a:cubicBezTo>
                    <a:pt x="0" y="8202"/>
                    <a:pt x="1176" y="5363"/>
                    <a:pt x="3269" y="3269"/>
                  </a:cubicBezTo>
                  <a:cubicBezTo>
                    <a:pt x="5363" y="1176"/>
                    <a:pt x="8202" y="0"/>
                    <a:pt x="11162" y="0"/>
                  </a:cubicBezTo>
                  <a:close/>
                </a:path>
              </a:pathLst>
            </a:custGeom>
            <a:solidFill>
              <a:srgbClr val="09202E">
                <a:alpha val="8666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66809" cy="58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896749" y="2696563"/>
            <a:ext cx="10144838" cy="7590437"/>
          </a:xfrm>
          <a:custGeom>
            <a:avLst/>
            <a:gdLst/>
            <a:ahLst/>
            <a:cxnLst/>
            <a:rect l="l" t="t" r="r" b="b"/>
            <a:pathLst>
              <a:path w="10144838" h="7590437">
                <a:moveTo>
                  <a:pt x="0" y="0"/>
                </a:moveTo>
                <a:lnTo>
                  <a:pt x="10144837" y="0"/>
                </a:lnTo>
                <a:lnTo>
                  <a:pt x="10144837" y="7590437"/>
                </a:lnTo>
                <a:lnTo>
                  <a:pt x="0" y="75904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283" b="-5283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29845" y="847725"/>
            <a:ext cx="15829455" cy="107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4"/>
              </a:lnSpc>
            </a:pPr>
            <a:r>
              <a:rPr lang="en-US" sz="625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 Screenshots</a:t>
            </a:r>
            <a:endParaRPr lang="en-US" sz="6253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198" y="564889"/>
            <a:ext cx="17339604" cy="2026962"/>
          </a:xfrm>
          <a:custGeom>
            <a:avLst/>
            <a:gdLst/>
            <a:ahLst/>
            <a:cxnLst/>
            <a:rect l="l" t="t" r="r" b="b"/>
            <a:pathLst>
              <a:path w="17339604" h="2026962">
                <a:moveTo>
                  <a:pt x="0" y="0"/>
                </a:moveTo>
                <a:lnTo>
                  <a:pt x="17339604" y="0"/>
                </a:lnTo>
                <a:lnTo>
                  <a:pt x="17339604" y="2026962"/>
                </a:lnTo>
                <a:lnTo>
                  <a:pt x="0" y="202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105" b="-4418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4198" y="564889"/>
            <a:ext cx="17339604" cy="2026962"/>
            <a:chOff x="0" y="0"/>
            <a:chExt cx="4566809" cy="5338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6809" cy="533850"/>
            </a:xfrm>
            <a:custGeom>
              <a:avLst/>
              <a:gdLst/>
              <a:ahLst/>
              <a:cxnLst/>
              <a:rect l="l" t="t" r="r" b="b"/>
              <a:pathLst>
                <a:path w="4566809" h="533850">
                  <a:moveTo>
                    <a:pt x="11162" y="0"/>
                  </a:moveTo>
                  <a:lnTo>
                    <a:pt x="4555647" y="0"/>
                  </a:lnTo>
                  <a:cubicBezTo>
                    <a:pt x="4558607" y="0"/>
                    <a:pt x="4561447" y="1176"/>
                    <a:pt x="4563540" y="3269"/>
                  </a:cubicBezTo>
                  <a:cubicBezTo>
                    <a:pt x="4565633" y="5363"/>
                    <a:pt x="4566809" y="8202"/>
                    <a:pt x="4566809" y="11162"/>
                  </a:cubicBezTo>
                  <a:lnTo>
                    <a:pt x="4566809" y="522688"/>
                  </a:lnTo>
                  <a:cubicBezTo>
                    <a:pt x="4566809" y="525648"/>
                    <a:pt x="4565633" y="528487"/>
                    <a:pt x="4563540" y="530581"/>
                  </a:cubicBezTo>
                  <a:cubicBezTo>
                    <a:pt x="4561447" y="532674"/>
                    <a:pt x="4558607" y="533850"/>
                    <a:pt x="4555647" y="533850"/>
                  </a:cubicBezTo>
                  <a:lnTo>
                    <a:pt x="11162" y="533850"/>
                  </a:lnTo>
                  <a:cubicBezTo>
                    <a:pt x="8202" y="533850"/>
                    <a:pt x="5363" y="532674"/>
                    <a:pt x="3269" y="530581"/>
                  </a:cubicBezTo>
                  <a:cubicBezTo>
                    <a:pt x="1176" y="528487"/>
                    <a:pt x="0" y="525648"/>
                    <a:pt x="0" y="522688"/>
                  </a:cubicBezTo>
                  <a:lnTo>
                    <a:pt x="0" y="11162"/>
                  </a:lnTo>
                  <a:cubicBezTo>
                    <a:pt x="0" y="8202"/>
                    <a:pt x="1176" y="5363"/>
                    <a:pt x="3269" y="3269"/>
                  </a:cubicBezTo>
                  <a:cubicBezTo>
                    <a:pt x="5363" y="1176"/>
                    <a:pt x="8202" y="0"/>
                    <a:pt x="11162" y="0"/>
                  </a:cubicBezTo>
                  <a:close/>
                </a:path>
              </a:pathLst>
            </a:custGeom>
            <a:solidFill>
              <a:srgbClr val="09202E">
                <a:alpha val="8666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66809" cy="58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823757" y="2591851"/>
            <a:ext cx="7632074" cy="7695149"/>
          </a:xfrm>
          <a:custGeom>
            <a:avLst/>
            <a:gdLst/>
            <a:ahLst/>
            <a:cxnLst/>
            <a:rect l="l" t="t" r="r" b="b"/>
            <a:pathLst>
              <a:path w="7632074" h="7695149">
                <a:moveTo>
                  <a:pt x="0" y="0"/>
                </a:moveTo>
                <a:lnTo>
                  <a:pt x="7632075" y="0"/>
                </a:lnTo>
                <a:lnTo>
                  <a:pt x="7632075" y="7695149"/>
                </a:lnTo>
                <a:lnTo>
                  <a:pt x="0" y="76951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29845" y="847725"/>
            <a:ext cx="15829455" cy="107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4"/>
              </a:lnSpc>
            </a:pPr>
            <a:r>
              <a:rPr lang="en-US" sz="6253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 Screenshots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198" y="564889"/>
            <a:ext cx="17339604" cy="2026962"/>
          </a:xfrm>
          <a:custGeom>
            <a:avLst/>
            <a:gdLst/>
            <a:ahLst/>
            <a:cxnLst/>
            <a:rect l="l" t="t" r="r" b="b"/>
            <a:pathLst>
              <a:path w="17339604" h="2026962">
                <a:moveTo>
                  <a:pt x="0" y="0"/>
                </a:moveTo>
                <a:lnTo>
                  <a:pt x="17339604" y="0"/>
                </a:lnTo>
                <a:lnTo>
                  <a:pt x="17339604" y="2026962"/>
                </a:lnTo>
                <a:lnTo>
                  <a:pt x="0" y="202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105" b="-4418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4198" y="564889"/>
            <a:ext cx="17339604" cy="2026962"/>
            <a:chOff x="0" y="0"/>
            <a:chExt cx="4566809" cy="5338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6809" cy="533850"/>
            </a:xfrm>
            <a:custGeom>
              <a:avLst/>
              <a:gdLst/>
              <a:ahLst/>
              <a:cxnLst/>
              <a:rect l="l" t="t" r="r" b="b"/>
              <a:pathLst>
                <a:path w="4566809" h="533850">
                  <a:moveTo>
                    <a:pt x="11162" y="0"/>
                  </a:moveTo>
                  <a:lnTo>
                    <a:pt x="4555647" y="0"/>
                  </a:lnTo>
                  <a:cubicBezTo>
                    <a:pt x="4558607" y="0"/>
                    <a:pt x="4561447" y="1176"/>
                    <a:pt x="4563540" y="3269"/>
                  </a:cubicBezTo>
                  <a:cubicBezTo>
                    <a:pt x="4565633" y="5363"/>
                    <a:pt x="4566809" y="8202"/>
                    <a:pt x="4566809" y="11162"/>
                  </a:cubicBezTo>
                  <a:lnTo>
                    <a:pt x="4566809" y="522688"/>
                  </a:lnTo>
                  <a:cubicBezTo>
                    <a:pt x="4566809" y="525648"/>
                    <a:pt x="4565633" y="528487"/>
                    <a:pt x="4563540" y="530581"/>
                  </a:cubicBezTo>
                  <a:cubicBezTo>
                    <a:pt x="4561447" y="532674"/>
                    <a:pt x="4558607" y="533850"/>
                    <a:pt x="4555647" y="533850"/>
                  </a:cubicBezTo>
                  <a:lnTo>
                    <a:pt x="11162" y="533850"/>
                  </a:lnTo>
                  <a:cubicBezTo>
                    <a:pt x="8202" y="533850"/>
                    <a:pt x="5363" y="532674"/>
                    <a:pt x="3269" y="530581"/>
                  </a:cubicBezTo>
                  <a:cubicBezTo>
                    <a:pt x="1176" y="528487"/>
                    <a:pt x="0" y="525648"/>
                    <a:pt x="0" y="522688"/>
                  </a:cubicBezTo>
                  <a:lnTo>
                    <a:pt x="0" y="11162"/>
                  </a:lnTo>
                  <a:cubicBezTo>
                    <a:pt x="0" y="8202"/>
                    <a:pt x="1176" y="5363"/>
                    <a:pt x="3269" y="3269"/>
                  </a:cubicBezTo>
                  <a:cubicBezTo>
                    <a:pt x="5363" y="1176"/>
                    <a:pt x="8202" y="0"/>
                    <a:pt x="11162" y="0"/>
                  </a:cubicBezTo>
                  <a:close/>
                </a:path>
              </a:pathLst>
            </a:custGeom>
            <a:solidFill>
              <a:srgbClr val="09202E">
                <a:alpha val="8666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66809" cy="58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875266" y="2932776"/>
            <a:ext cx="16677275" cy="6864020"/>
          </a:xfrm>
          <a:custGeom>
            <a:avLst/>
            <a:gdLst/>
            <a:ahLst/>
            <a:cxnLst/>
            <a:rect l="l" t="t" r="r" b="b"/>
            <a:pathLst>
              <a:path w="16677275" h="6864020">
                <a:moveTo>
                  <a:pt x="0" y="0"/>
                </a:moveTo>
                <a:lnTo>
                  <a:pt x="16677276" y="0"/>
                </a:lnTo>
                <a:lnTo>
                  <a:pt x="16677276" y="6864020"/>
                </a:lnTo>
                <a:lnTo>
                  <a:pt x="0" y="6864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30" b="-133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29845" y="847725"/>
            <a:ext cx="15829455" cy="107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4"/>
              </a:lnSpc>
            </a:pPr>
            <a:r>
              <a:rPr lang="en-US" sz="6253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 Screenshots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198" y="564889"/>
            <a:ext cx="17339604" cy="2026962"/>
          </a:xfrm>
          <a:custGeom>
            <a:avLst/>
            <a:gdLst/>
            <a:ahLst/>
            <a:cxnLst/>
            <a:rect l="l" t="t" r="r" b="b"/>
            <a:pathLst>
              <a:path w="17339604" h="2026962">
                <a:moveTo>
                  <a:pt x="0" y="0"/>
                </a:moveTo>
                <a:lnTo>
                  <a:pt x="17339604" y="0"/>
                </a:lnTo>
                <a:lnTo>
                  <a:pt x="17339604" y="2026962"/>
                </a:lnTo>
                <a:lnTo>
                  <a:pt x="0" y="202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105" b="-4418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4198" y="564889"/>
            <a:ext cx="17339604" cy="2026962"/>
            <a:chOff x="0" y="0"/>
            <a:chExt cx="4566809" cy="5338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6809" cy="533850"/>
            </a:xfrm>
            <a:custGeom>
              <a:avLst/>
              <a:gdLst/>
              <a:ahLst/>
              <a:cxnLst/>
              <a:rect l="l" t="t" r="r" b="b"/>
              <a:pathLst>
                <a:path w="4566809" h="533850">
                  <a:moveTo>
                    <a:pt x="11162" y="0"/>
                  </a:moveTo>
                  <a:lnTo>
                    <a:pt x="4555647" y="0"/>
                  </a:lnTo>
                  <a:cubicBezTo>
                    <a:pt x="4558607" y="0"/>
                    <a:pt x="4561447" y="1176"/>
                    <a:pt x="4563540" y="3269"/>
                  </a:cubicBezTo>
                  <a:cubicBezTo>
                    <a:pt x="4565633" y="5363"/>
                    <a:pt x="4566809" y="8202"/>
                    <a:pt x="4566809" y="11162"/>
                  </a:cubicBezTo>
                  <a:lnTo>
                    <a:pt x="4566809" y="522688"/>
                  </a:lnTo>
                  <a:cubicBezTo>
                    <a:pt x="4566809" y="525648"/>
                    <a:pt x="4565633" y="528487"/>
                    <a:pt x="4563540" y="530581"/>
                  </a:cubicBezTo>
                  <a:cubicBezTo>
                    <a:pt x="4561447" y="532674"/>
                    <a:pt x="4558607" y="533850"/>
                    <a:pt x="4555647" y="533850"/>
                  </a:cubicBezTo>
                  <a:lnTo>
                    <a:pt x="11162" y="533850"/>
                  </a:lnTo>
                  <a:cubicBezTo>
                    <a:pt x="8202" y="533850"/>
                    <a:pt x="5363" y="532674"/>
                    <a:pt x="3269" y="530581"/>
                  </a:cubicBezTo>
                  <a:cubicBezTo>
                    <a:pt x="1176" y="528487"/>
                    <a:pt x="0" y="525648"/>
                    <a:pt x="0" y="522688"/>
                  </a:cubicBezTo>
                  <a:lnTo>
                    <a:pt x="0" y="11162"/>
                  </a:lnTo>
                  <a:cubicBezTo>
                    <a:pt x="0" y="8202"/>
                    <a:pt x="1176" y="5363"/>
                    <a:pt x="3269" y="3269"/>
                  </a:cubicBezTo>
                  <a:cubicBezTo>
                    <a:pt x="5363" y="1176"/>
                    <a:pt x="8202" y="0"/>
                    <a:pt x="11162" y="0"/>
                  </a:cubicBezTo>
                  <a:close/>
                </a:path>
              </a:pathLst>
            </a:custGeom>
            <a:solidFill>
              <a:srgbClr val="09202E">
                <a:alpha val="8666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66809" cy="58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13352" y="2862072"/>
            <a:ext cx="16045948" cy="6639469"/>
          </a:xfrm>
          <a:custGeom>
            <a:avLst/>
            <a:gdLst/>
            <a:ahLst/>
            <a:cxnLst/>
            <a:rect l="l" t="t" r="r" b="b"/>
            <a:pathLst>
              <a:path w="16045948" h="6639469">
                <a:moveTo>
                  <a:pt x="0" y="0"/>
                </a:moveTo>
                <a:lnTo>
                  <a:pt x="16045948" y="0"/>
                </a:lnTo>
                <a:lnTo>
                  <a:pt x="16045948" y="6639469"/>
                </a:lnTo>
                <a:lnTo>
                  <a:pt x="0" y="6639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249" b="-585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29845" y="847725"/>
            <a:ext cx="15829455" cy="107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4"/>
              </a:lnSpc>
            </a:pPr>
            <a:r>
              <a:rPr lang="en-US" sz="6253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 Screenshots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198" y="564889"/>
            <a:ext cx="17339604" cy="2026962"/>
          </a:xfrm>
          <a:custGeom>
            <a:avLst/>
            <a:gdLst/>
            <a:ahLst/>
            <a:cxnLst/>
            <a:rect l="l" t="t" r="r" b="b"/>
            <a:pathLst>
              <a:path w="17339604" h="2026962">
                <a:moveTo>
                  <a:pt x="0" y="0"/>
                </a:moveTo>
                <a:lnTo>
                  <a:pt x="17339604" y="0"/>
                </a:lnTo>
                <a:lnTo>
                  <a:pt x="17339604" y="2026962"/>
                </a:lnTo>
                <a:lnTo>
                  <a:pt x="0" y="202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105" b="-4418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4198" y="564889"/>
            <a:ext cx="17339604" cy="2026962"/>
            <a:chOff x="0" y="0"/>
            <a:chExt cx="4566809" cy="5338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6809" cy="533850"/>
            </a:xfrm>
            <a:custGeom>
              <a:avLst/>
              <a:gdLst/>
              <a:ahLst/>
              <a:cxnLst/>
              <a:rect l="l" t="t" r="r" b="b"/>
              <a:pathLst>
                <a:path w="4566809" h="533850">
                  <a:moveTo>
                    <a:pt x="11162" y="0"/>
                  </a:moveTo>
                  <a:lnTo>
                    <a:pt x="4555647" y="0"/>
                  </a:lnTo>
                  <a:cubicBezTo>
                    <a:pt x="4558607" y="0"/>
                    <a:pt x="4561447" y="1176"/>
                    <a:pt x="4563540" y="3269"/>
                  </a:cubicBezTo>
                  <a:cubicBezTo>
                    <a:pt x="4565633" y="5363"/>
                    <a:pt x="4566809" y="8202"/>
                    <a:pt x="4566809" y="11162"/>
                  </a:cubicBezTo>
                  <a:lnTo>
                    <a:pt x="4566809" y="522688"/>
                  </a:lnTo>
                  <a:cubicBezTo>
                    <a:pt x="4566809" y="525648"/>
                    <a:pt x="4565633" y="528487"/>
                    <a:pt x="4563540" y="530581"/>
                  </a:cubicBezTo>
                  <a:cubicBezTo>
                    <a:pt x="4561447" y="532674"/>
                    <a:pt x="4558607" y="533850"/>
                    <a:pt x="4555647" y="533850"/>
                  </a:cubicBezTo>
                  <a:lnTo>
                    <a:pt x="11162" y="533850"/>
                  </a:lnTo>
                  <a:cubicBezTo>
                    <a:pt x="8202" y="533850"/>
                    <a:pt x="5363" y="532674"/>
                    <a:pt x="3269" y="530581"/>
                  </a:cubicBezTo>
                  <a:cubicBezTo>
                    <a:pt x="1176" y="528487"/>
                    <a:pt x="0" y="525648"/>
                    <a:pt x="0" y="522688"/>
                  </a:cubicBezTo>
                  <a:lnTo>
                    <a:pt x="0" y="11162"/>
                  </a:lnTo>
                  <a:cubicBezTo>
                    <a:pt x="0" y="8202"/>
                    <a:pt x="1176" y="5363"/>
                    <a:pt x="3269" y="3269"/>
                  </a:cubicBezTo>
                  <a:cubicBezTo>
                    <a:pt x="5363" y="1176"/>
                    <a:pt x="8202" y="0"/>
                    <a:pt x="11162" y="0"/>
                  </a:cubicBezTo>
                  <a:close/>
                </a:path>
              </a:pathLst>
            </a:custGeom>
            <a:solidFill>
              <a:srgbClr val="09202E">
                <a:alpha val="8666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66809" cy="58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29845" y="2791311"/>
            <a:ext cx="15556712" cy="7455110"/>
          </a:xfrm>
          <a:custGeom>
            <a:avLst/>
            <a:gdLst/>
            <a:ahLst/>
            <a:cxnLst/>
            <a:rect l="l" t="t" r="r" b="b"/>
            <a:pathLst>
              <a:path w="15556712" h="7455110">
                <a:moveTo>
                  <a:pt x="0" y="0"/>
                </a:moveTo>
                <a:lnTo>
                  <a:pt x="15556712" y="0"/>
                </a:lnTo>
                <a:lnTo>
                  <a:pt x="15556712" y="7455110"/>
                </a:lnTo>
                <a:lnTo>
                  <a:pt x="0" y="74551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29845" y="847725"/>
            <a:ext cx="15829455" cy="107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4"/>
              </a:lnSpc>
            </a:pPr>
            <a:r>
              <a:rPr lang="en-US" sz="6253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 Screenshots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198" y="564889"/>
            <a:ext cx="17339604" cy="2026962"/>
          </a:xfrm>
          <a:custGeom>
            <a:avLst/>
            <a:gdLst/>
            <a:ahLst/>
            <a:cxnLst/>
            <a:rect l="l" t="t" r="r" b="b"/>
            <a:pathLst>
              <a:path w="17339604" h="2026962">
                <a:moveTo>
                  <a:pt x="0" y="0"/>
                </a:moveTo>
                <a:lnTo>
                  <a:pt x="17339604" y="0"/>
                </a:lnTo>
                <a:lnTo>
                  <a:pt x="17339604" y="2026962"/>
                </a:lnTo>
                <a:lnTo>
                  <a:pt x="0" y="202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105" b="-4418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4198" y="564889"/>
            <a:ext cx="17339604" cy="2026962"/>
            <a:chOff x="0" y="0"/>
            <a:chExt cx="4566809" cy="5338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6809" cy="533850"/>
            </a:xfrm>
            <a:custGeom>
              <a:avLst/>
              <a:gdLst/>
              <a:ahLst/>
              <a:cxnLst/>
              <a:rect l="l" t="t" r="r" b="b"/>
              <a:pathLst>
                <a:path w="4566809" h="533850">
                  <a:moveTo>
                    <a:pt x="11162" y="0"/>
                  </a:moveTo>
                  <a:lnTo>
                    <a:pt x="4555647" y="0"/>
                  </a:lnTo>
                  <a:cubicBezTo>
                    <a:pt x="4558607" y="0"/>
                    <a:pt x="4561447" y="1176"/>
                    <a:pt x="4563540" y="3269"/>
                  </a:cubicBezTo>
                  <a:cubicBezTo>
                    <a:pt x="4565633" y="5363"/>
                    <a:pt x="4566809" y="8202"/>
                    <a:pt x="4566809" y="11162"/>
                  </a:cubicBezTo>
                  <a:lnTo>
                    <a:pt x="4566809" y="522688"/>
                  </a:lnTo>
                  <a:cubicBezTo>
                    <a:pt x="4566809" y="525648"/>
                    <a:pt x="4565633" y="528487"/>
                    <a:pt x="4563540" y="530581"/>
                  </a:cubicBezTo>
                  <a:cubicBezTo>
                    <a:pt x="4561447" y="532674"/>
                    <a:pt x="4558607" y="533850"/>
                    <a:pt x="4555647" y="533850"/>
                  </a:cubicBezTo>
                  <a:lnTo>
                    <a:pt x="11162" y="533850"/>
                  </a:lnTo>
                  <a:cubicBezTo>
                    <a:pt x="8202" y="533850"/>
                    <a:pt x="5363" y="532674"/>
                    <a:pt x="3269" y="530581"/>
                  </a:cubicBezTo>
                  <a:cubicBezTo>
                    <a:pt x="1176" y="528487"/>
                    <a:pt x="0" y="525648"/>
                    <a:pt x="0" y="522688"/>
                  </a:cubicBezTo>
                  <a:lnTo>
                    <a:pt x="0" y="11162"/>
                  </a:lnTo>
                  <a:cubicBezTo>
                    <a:pt x="0" y="8202"/>
                    <a:pt x="1176" y="5363"/>
                    <a:pt x="3269" y="3269"/>
                  </a:cubicBezTo>
                  <a:cubicBezTo>
                    <a:pt x="5363" y="1176"/>
                    <a:pt x="8202" y="0"/>
                    <a:pt x="11162" y="0"/>
                  </a:cubicBezTo>
                  <a:close/>
                </a:path>
              </a:pathLst>
            </a:custGeom>
            <a:solidFill>
              <a:srgbClr val="09202E">
                <a:alpha val="8666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66809" cy="58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115446" y="3584939"/>
            <a:ext cx="16355105" cy="4996920"/>
          </a:xfrm>
          <a:custGeom>
            <a:avLst/>
            <a:gdLst/>
            <a:ahLst/>
            <a:cxnLst/>
            <a:rect l="l" t="t" r="r" b="b"/>
            <a:pathLst>
              <a:path w="16355105" h="4996920">
                <a:moveTo>
                  <a:pt x="0" y="0"/>
                </a:moveTo>
                <a:lnTo>
                  <a:pt x="16355106" y="0"/>
                </a:lnTo>
                <a:lnTo>
                  <a:pt x="16355106" y="4996919"/>
                </a:lnTo>
                <a:lnTo>
                  <a:pt x="0" y="4996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29845" y="847725"/>
            <a:ext cx="15829455" cy="107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4"/>
              </a:lnSpc>
            </a:pPr>
            <a:r>
              <a:rPr lang="en-US" sz="6253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 Screenshots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198" y="564889"/>
            <a:ext cx="17339604" cy="2026962"/>
          </a:xfrm>
          <a:custGeom>
            <a:avLst/>
            <a:gdLst/>
            <a:ahLst/>
            <a:cxnLst/>
            <a:rect l="l" t="t" r="r" b="b"/>
            <a:pathLst>
              <a:path w="17339604" h="2026962">
                <a:moveTo>
                  <a:pt x="0" y="0"/>
                </a:moveTo>
                <a:lnTo>
                  <a:pt x="17339604" y="0"/>
                </a:lnTo>
                <a:lnTo>
                  <a:pt x="17339604" y="2026962"/>
                </a:lnTo>
                <a:lnTo>
                  <a:pt x="0" y="202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105" b="-4418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4198" y="564889"/>
            <a:ext cx="17339604" cy="2026962"/>
            <a:chOff x="0" y="0"/>
            <a:chExt cx="4566809" cy="5338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6809" cy="533850"/>
            </a:xfrm>
            <a:custGeom>
              <a:avLst/>
              <a:gdLst/>
              <a:ahLst/>
              <a:cxnLst/>
              <a:rect l="l" t="t" r="r" b="b"/>
              <a:pathLst>
                <a:path w="4566809" h="533850">
                  <a:moveTo>
                    <a:pt x="11162" y="0"/>
                  </a:moveTo>
                  <a:lnTo>
                    <a:pt x="4555647" y="0"/>
                  </a:lnTo>
                  <a:cubicBezTo>
                    <a:pt x="4558607" y="0"/>
                    <a:pt x="4561447" y="1176"/>
                    <a:pt x="4563540" y="3269"/>
                  </a:cubicBezTo>
                  <a:cubicBezTo>
                    <a:pt x="4565633" y="5363"/>
                    <a:pt x="4566809" y="8202"/>
                    <a:pt x="4566809" y="11162"/>
                  </a:cubicBezTo>
                  <a:lnTo>
                    <a:pt x="4566809" y="522688"/>
                  </a:lnTo>
                  <a:cubicBezTo>
                    <a:pt x="4566809" y="525648"/>
                    <a:pt x="4565633" y="528487"/>
                    <a:pt x="4563540" y="530581"/>
                  </a:cubicBezTo>
                  <a:cubicBezTo>
                    <a:pt x="4561447" y="532674"/>
                    <a:pt x="4558607" y="533850"/>
                    <a:pt x="4555647" y="533850"/>
                  </a:cubicBezTo>
                  <a:lnTo>
                    <a:pt x="11162" y="533850"/>
                  </a:lnTo>
                  <a:cubicBezTo>
                    <a:pt x="8202" y="533850"/>
                    <a:pt x="5363" y="532674"/>
                    <a:pt x="3269" y="530581"/>
                  </a:cubicBezTo>
                  <a:cubicBezTo>
                    <a:pt x="1176" y="528487"/>
                    <a:pt x="0" y="525648"/>
                    <a:pt x="0" y="522688"/>
                  </a:cubicBezTo>
                  <a:lnTo>
                    <a:pt x="0" y="11162"/>
                  </a:lnTo>
                  <a:cubicBezTo>
                    <a:pt x="0" y="8202"/>
                    <a:pt x="1176" y="5363"/>
                    <a:pt x="3269" y="3269"/>
                  </a:cubicBezTo>
                  <a:cubicBezTo>
                    <a:pt x="5363" y="1176"/>
                    <a:pt x="8202" y="0"/>
                    <a:pt x="11162" y="0"/>
                  </a:cubicBezTo>
                  <a:close/>
                </a:path>
              </a:pathLst>
            </a:custGeom>
            <a:solidFill>
              <a:srgbClr val="09202E">
                <a:alpha val="8666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66809" cy="58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170762" y="2733149"/>
            <a:ext cx="14815868" cy="7035208"/>
          </a:xfrm>
          <a:custGeom>
            <a:avLst/>
            <a:gdLst/>
            <a:ahLst/>
            <a:cxnLst/>
            <a:rect l="l" t="t" r="r" b="b"/>
            <a:pathLst>
              <a:path w="14815868" h="7035208">
                <a:moveTo>
                  <a:pt x="0" y="0"/>
                </a:moveTo>
                <a:lnTo>
                  <a:pt x="14815868" y="0"/>
                </a:lnTo>
                <a:lnTo>
                  <a:pt x="14815868" y="7035207"/>
                </a:lnTo>
                <a:lnTo>
                  <a:pt x="0" y="7035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29845" y="847725"/>
            <a:ext cx="15829455" cy="107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4"/>
              </a:lnSpc>
            </a:pPr>
            <a:r>
              <a:rPr lang="en-US" sz="6253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 Screenshots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198" y="564889"/>
            <a:ext cx="17339604" cy="2026962"/>
          </a:xfrm>
          <a:custGeom>
            <a:avLst/>
            <a:gdLst/>
            <a:ahLst/>
            <a:cxnLst/>
            <a:rect l="l" t="t" r="r" b="b"/>
            <a:pathLst>
              <a:path w="17339604" h="2026962">
                <a:moveTo>
                  <a:pt x="0" y="0"/>
                </a:moveTo>
                <a:lnTo>
                  <a:pt x="17339604" y="0"/>
                </a:lnTo>
                <a:lnTo>
                  <a:pt x="17339604" y="2026962"/>
                </a:lnTo>
                <a:lnTo>
                  <a:pt x="0" y="202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105" b="-4418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4198" y="564889"/>
            <a:ext cx="17339604" cy="2026962"/>
            <a:chOff x="0" y="0"/>
            <a:chExt cx="4566809" cy="5338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6809" cy="533850"/>
            </a:xfrm>
            <a:custGeom>
              <a:avLst/>
              <a:gdLst/>
              <a:ahLst/>
              <a:cxnLst/>
              <a:rect l="l" t="t" r="r" b="b"/>
              <a:pathLst>
                <a:path w="4566809" h="533850">
                  <a:moveTo>
                    <a:pt x="11162" y="0"/>
                  </a:moveTo>
                  <a:lnTo>
                    <a:pt x="4555647" y="0"/>
                  </a:lnTo>
                  <a:cubicBezTo>
                    <a:pt x="4558607" y="0"/>
                    <a:pt x="4561447" y="1176"/>
                    <a:pt x="4563540" y="3269"/>
                  </a:cubicBezTo>
                  <a:cubicBezTo>
                    <a:pt x="4565633" y="5363"/>
                    <a:pt x="4566809" y="8202"/>
                    <a:pt x="4566809" y="11162"/>
                  </a:cubicBezTo>
                  <a:lnTo>
                    <a:pt x="4566809" y="522688"/>
                  </a:lnTo>
                  <a:cubicBezTo>
                    <a:pt x="4566809" y="525648"/>
                    <a:pt x="4565633" y="528487"/>
                    <a:pt x="4563540" y="530581"/>
                  </a:cubicBezTo>
                  <a:cubicBezTo>
                    <a:pt x="4561447" y="532674"/>
                    <a:pt x="4558607" y="533850"/>
                    <a:pt x="4555647" y="533850"/>
                  </a:cubicBezTo>
                  <a:lnTo>
                    <a:pt x="11162" y="533850"/>
                  </a:lnTo>
                  <a:cubicBezTo>
                    <a:pt x="8202" y="533850"/>
                    <a:pt x="5363" y="532674"/>
                    <a:pt x="3269" y="530581"/>
                  </a:cubicBezTo>
                  <a:cubicBezTo>
                    <a:pt x="1176" y="528487"/>
                    <a:pt x="0" y="525648"/>
                    <a:pt x="0" y="522688"/>
                  </a:cubicBezTo>
                  <a:lnTo>
                    <a:pt x="0" y="11162"/>
                  </a:lnTo>
                  <a:cubicBezTo>
                    <a:pt x="0" y="8202"/>
                    <a:pt x="1176" y="5363"/>
                    <a:pt x="3269" y="3269"/>
                  </a:cubicBezTo>
                  <a:cubicBezTo>
                    <a:pt x="5363" y="1176"/>
                    <a:pt x="8202" y="0"/>
                    <a:pt x="11162" y="0"/>
                  </a:cubicBezTo>
                  <a:close/>
                </a:path>
              </a:pathLst>
            </a:custGeom>
            <a:solidFill>
              <a:srgbClr val="09202E">
                <a:alpha val="8666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66809" cy="58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364876" y="2858970"/>
            <a:ext cx="15102682" cy="7145609"/>
          </a:xfrm>
          <a:custGeom>
            <a:avLst/>
            <a:gdLst/>
            <a:ahLst/>
            <a:cxnLst/>
            <a:rect l="l" t="t" r="r" b="b"/>
            <a:pathLst>
              <a:path w="15102682" h="7145609">
                <a:moveTo>
                  <a:pt x="0" y="0"/>
                </a:moveTo>
                <a:lnTo>
                  <a:pt x="15102683" y="0"/>
                </a:lnTo>
                <a:lnTo>
                  <a:pt x="15102683" y="7145609"/>
                </a:lnTo>
                <a:lnTo>
                  <a:pt x="0" y="7145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29845" y="847725"/>
            <a:ext cx="15829455" cy="107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4"/>
              </a:lnSpc>
            </a:pPr>
            <a:r>
              <a:rPr lang="en-US" sz="6253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 Screenshots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198" y="564889"/>
            <a:ext cx="17339604" cy="2026962"/>
          </a:xfrm>
          <a:custGeom>
            <a:avLst/>
            <a:gdLst/>
            <a:ahLst/>
            <a:cxnLst/>
            <a:rect l="l" t="t" r="r" b="b"/>
            <a:pathLst>
              <a:path w="17339604" h="2026962">
                <a:moveTo>
                  <a:pt x="0" y="0"/>
                </a:moveTo>
                <a:lnTo>
                  <a:pt x="17339604" y="0"/>
                </a:lnTo>
                <a:lnTo>
                  <a:pt x="17339604" y="2026962"/>
                </a:lnTo>
                <a:lnTo>
                  <a:pt x="0" y="202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105" b="-4418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4198" y="564889"/>
            <a:ext cx="17339604" cy="2026962"/>
            <a:chOff x="0" y="0"/>
            <a:chExt cx="4566809" cy="5338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6809" cy="533850"/>
            </a:xfrm>
            <a:custGeom>
              <a:avLst/>
              <a:gdLst/>
              <a:ahLst/>
              <a:cxnLst/>
              <a:rect l="l" t="t" r="r" b="b"/>
              <a:pathLst>
                <a:path w="4566809" h="533850">
                  <a:moveTo>
                    <a:pt x="11162" y="0"/>
                  </a:moveTo>
                  <a:lnTo>
                    <a:pt x="4555647" y="0"/>
                  </a:lnTo>
                  <a:cubicBezTo>
                    <a:pt x="4558607" y="0"/>
                    <a:pt x="4561447" y="1176"/>
                    <a:pt x="4563540" y="3269"/>
                  </a:cubicBezTo>
                  <a:cubicBezTo>
                    <a:pt x="4565633" y="5363"/>
                    <a:pt x="4566809" y="8202"/>
                    <a:pt x="4566809" y="11162"/>
                  </a:cubicBezTo>
                  <a:lnTo>
                    <a:pt x="4566809" y="522688"/>
                  </a:lnTo>
                  <a:cubicBezTo>
                    <a:pt x="4566809" y="525648"/>
                    <a:pt x="4565633" y="528487"/>
                    <a:pt x="4563540" y="530581"/>
                  </a:cubicBezTo>
                  <a:cubicBezTo>
                    <a:pt x="4561447" y="532674"/>
                    <a:pt x="4558607" y="533850"/>
                    <a:pt x="4555647" y="533850"/>
                  </a:cubicBezTo>
                  <a:lnTo>
                    <a:pt x="11162" y="533850"/>
                  </a:lnTo>
                  <a:cubicBezTo>
                    <a:pt x="8202" y="533850"/>
                    <a:pt x="5363" y="532674"/>
                    <a:pt x="3269" y="530581"/>
                  </a:cubicBezTo>
                  <a:cubicBezTo>
                    <a:pt x="1176" y="528487"/>
                    <a:pt x="0" y="525648"/>
                    <a:pt x="0" y="522688"/>
                  </a:cubicBezTo>
                  <a:lnTo>
                    <a:pt x="0" y="11162"/>
                  </a:lnTo>
                  <a:cubicBezTo>
                    <a:pt x="0" y="8202"/>
                    <a:pt x="1176" y="5363"/>
                    <a:pt x="3269" y="3269"/>
                  </a:cubicBezTo>
                  <a:cubicBezTo>
                    <a:pt x="5363" y="1176"/>
                    <a:pt x="8202" y="0"/>
                    <a:pt x="11162" y="0"/>
                  </a:cubicBezTo>
                  <a:close/>
                </a:path>
              </a:pathLst>
            </a:custGeom>
            <a:solidFill>
              <a:srgbClr val="09202E">
                <a:alpha val="8666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66809" cy="58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3430113"/>
            <a:ext cx="16014989" cy="6071428"/>
          </a:xfrm>
          <a:custGeom>
            <a:avLst/>
            <a:gdLst/>
            <a:ahLst/>
            <a:cxnLst/>
            <a:rect l="l" t="t" r="r" b="b"/>
            <a:pathLst>
              <a:path w="16014989" h="6071428">
                <a:moveTo>
                  <a:pt x="0" y="0"/>
                </a:moveTo>
                <a:lnTo>
                  <a:pt x="16014989" y="0"/>
                </a:lnTo>
                <a:lnTo>
                  <a:pt x="16014989" y="6071428"/>
                </a:lnTo>
                <a:lnTo>
                  <a:pt x="0" y="60714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86" r="-208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29845" y="847725"/>
            <a:ext cx="15829455" cy="107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4"/>
              </a:lnSpc>
            </a:pPr>
            <a:r>
              <a:rPr lang="en-US" sz="6253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 Screenshots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198" y="564889"/>
            <a:ext cx="17339604" cy="2026962"/>
          </a:xfrm>
          <a:custGeom>
            <a:avLst/>
            <a:gdLst/>
            <a:ahLst/>
            <a:cxnLst/>
            <a:rect l="l" t="t" r="r" b="b"/>
            <a:pathLst>
              <a:path w="17339604" h="2026962">
                <a:moveTo>
                  <a:pt x="0" y="0"/>
                </a:moveTo>
                <a:lnTo>
                  <a:pt x="17339604" y="0"/>
                </a:lnTo>
                <a:lnTo>
                  <a:pt x="17339604" y="2026962"/>
                </a:lnTo>
                <a:lnTo>
                  <a:pt x="0" y="202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105" b="-4418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4198" y="564889"/>
            <a:ext cx="17339604" cy="2026962"/>
            <a:chOff x="0" y="0"/>
            <a:chExt cx="4566809" cy="5338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6809" cy="533850"/>
            </a:xfrm>
            <a:custGeom>
              <a:avLst/>
              <a:gdLst/>
              <a:ahLst/>
              <a:cxnLst/>
              <a:rect l="l" t="t" r="r" b="b"/>
              <a:pathLst>
                <a:path w="4566809" h="533850">
                  <a:moveTo>
                    <a:pt x="11162" y="0"/>
                  </a:moveTo>
                  <a:lnTo>
                    <a:pt x="4555647" y="0"/>
                  </a:lnTo>
                  <a:cubicBezTo>
                    <a:pt x="4558607" y="0"/>
                    <a:pt x="4561447" y="1176"/>
                    <a:pt x="4563540" y="3269"/>
                  </a:cubicBezTo>
                  <a:cubicBezTo>
                    <a:pt x="4565633" y="5363"/>
                    <a:pt x="4566809" y="8202"/>
                    <a:pt x="4566809" y="11162"/>
                  </a:cubicBezTo>
                  <a:lnTo>
                    <a:pt x="4566809" y="522688"/>
                  </a:lnTo>
                  <a:cubicBezTo>
                    <a:pt x="4566809" y="525648"/>
                    <a:pt x="4565633" y="528487"/>
                    <a:pt x="4563540" y="530581"/>
                  </a:cubicBezTo>
                  <a:cubicBezTo>
                    <a:pt x="4561447" y="532674"/>
                    <a:pt x="4558607" y="533850"/>
                    <a:pt x="4555647" y="533850"/>
                  </a:cubicBezTo>
                  <a:lnTo>
                    <a:pt x="11162" y="533850"/>
                  </a:lnTo>
                  <a:cubicBezTo>
                    <a:pt x="8202" y="533850"/>
                    <a:pt x="5363" y="532674"/>
                    <a:pt x="3269" y="530581"/>
                  </a:cubicBezTo>
                  <a:cubicBezTo>
                    <a:pt x="1176" y="528487"/>
                    <a:pt x="0" y="525648"/>
                    <a:pt x="0" y="522688"/>
                  </a:cubicBezTo>
                  <a:lnTo>
                    <a:pt x="0" y="11162"/>
                  </a:lnTo>
                  <a:cubicBezTo>
                    <a:pt x="0" y="8202"/>
                    <a:pt x="1176" y="5363"/>
                    <a:pt x="3269" y="3269"/>
                  </a:cubicBezTo>
                  <a:cubicBezTo>
                    <a:pt x="5363" y="1176"/>
                    <a:pt x="8202" y="0"/>
                    <a:pt x="11162" y="0"/>
                  </a:cubicBezTo>
                  <a:close/>
                </a:path>
              </a:pathLst>
            </a:custGeom>
            <a:solidFill>
              <a:srgbClr val="09202E">
                <a:alpha val="8666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66809" cy="58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132594" y="3830741"/>
            <a:ext cx="16022812" cy="4404970"/>
          </a:xfrm>
          <a:custGeom>
            <a:avLst/>
            <a:gdLst/>
            <a:ahLst/>
            <a:cxnLst/>
            <a:rect l="l" t="t" r="r" b="b"/>
            <a:pathLst>
              <a:path w="16022812" h="4404970">
                <a:moveTo>
                  <a:pt x="0" y="0"/>
                </a:moveTo>
                <a:lnTo>
                  <a:pt x="16022812" y="0"/>
                </a:lnTo>
                <a:lnTo>
                  <a:pt x="16022812" y="4404969"/>
                </a:lnTo>
                <a:lnTo>
                  <a:pt x="0" y="4404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95" r="-995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29845" y="847725"/>
            <a:ext cx="15829455" cy="107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4"/>
              </a:lnSpc>
            </a:pPr>
            <a:r>
              <a:rPr lang="en-US" sz="6253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 Screenshots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198" y="564889"/>
            <a:ext cx="17339604" cy="2026962"/>
          </a:xfrm>
          <a:custGeom>
            <a:avLst/>
            <a:gdLst/>
            <a:ahLst/>
            <a:cxnLst/>
            <a:rect l="l" t="t" r="r" b="b"/>
            <a:pathLst>
              <a:path w="17339604" h="2026962">
                <a:moveTo>
                  <a:pt x="0" y="0"/>
                </a:moveTo>
                <a:lnTo>
                  <a:pt x="17339604" y="0"/>
                </a:lnTo>
                <a:lnTo>
                  <a:pt x="17339604" y="2026962"/>
                </a:lnTo>
                <a:lnTo>
                  <a:pt x="0" y="202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105" b="-4418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4198" y="564889"/>
            <a:ext cx="17339604" cy="2026962"/>
            <a:chOff x="0" y="0"/>
            <a:chExt cx="4566809" cy="5338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6809" cy="533850"/>
            </a:xfrm>
            <a:custGeom>
              <a:avLst/>
              <a:gdLst/>
              <a:ahLst/>
              <a:cxnLst/>
              <a:rect l="l" t="t" r="r" b="b"/>
              <a:pathLst>
                <a:path w="4566809" h="533850">
                  <a:moveTo>
                    <a:pt x="11162" y="0"/>
                  </a:moveTo>
                  <a:lnTo>
                    <a:pt x="4555647" y="0"/>
                  </a:lnTo>
                  <a:cubicBezTo>
                    <a:pt x="4558607" y="0"/>
                    <a:pt x="4561447" y="1176"/>
                    <a:pt x="4563540" y="3269"/>
                  </a:cubicBezTo>
                  <a:cubicBezTo>
                    <a:pt x="4565633" y="5363"/>
                    <a:pt x="4566809" y="8202"/>
                    <a:pt x="4566809" y="11162"/>
                  </a:cubicBezTo>
                  <a:lnTo>
                    <a:pt x="4566809" y="522688"/>
                  </a:lnTo>
                  <a:cubicBezTo>
                    <a:pt x="4566809" y="525648"/>
                    <a:pt x="4565633" y="528487"/>
                    <a:pt x="4563540" y="530581"/>
                  </a:cubicBezTo>
                  <a:cubicBezTo>
                    <a:pt x="4561447" y="532674"/>
                    <a:pt x="4558607" y="533850"/>
                    <a:pt x="4555647" y="533850"/>
                  </a:cubicBezTo>
                  <a:lnTo>
                    <a:pt x="11162" y="533850"/>
                  </a:lnTo>
                  <a:cubicBezTo>
                    <a:pt x="8202" y="533850"/>
                    <a:pt x="5363" y="532674"/>
                    <a:pt x="3269" y="530581"/>
                  </a:cubicBezTo>
                  <a:cubicBezTo>
                    <a:pt x="1176" y="528487"/>
                    <a:pt x="0" y="525648"/>
                    <a:pt x="0" y="522688"/>
                  </a:cubicBezTo>
                  <a:lnTo>
                    <a:pt x="0" y="11162"/>
                  </a:lnTo>
                  <a:cubicBezTo>
                    <a:pt x="0" y="8202"/>
                    <a:pt x="1176" y="5363"/>
                    <a:pt x="3269" y="3269"/>
                  </a:cubicBezTo>
                  <a:cubicBezTo>
                    <a:pt x="5363" y="1176"/>
                    <a:pt x="8202" y="0"/>
                    <a:pt x="11162" y="0"/>
                  </a:cubicBezTo>
                  <a:close/>
                </a:path>
              </a:pathLst>
            </a:custGeom>
            <a:solidFill>
              <a:srgbClr val="09202E">
                <a:alpha val="8666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66809" cy="58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51555" y="2960494"/>
            <a:ext cx="16762905" cy="6519878"/>
          </a:xfrm>
          <a:custGeom>
            <a:avLst/>
            <a:gdLst/>
            <a:ahLst/>
            <a:cxnLst/>
            <a:rect l="l" t="t" r="r" b="b"/>
            <a:pathLst>
              <a:path w="16762905" h="6519878">
                <a:moveTo>
                  <a:pt x="0" y="0"/>
                </a:moveTo>
                <a:lnTo>
                  <a:pt x="16762905" y="0"/>
                </a:lnTo>
                <a:lnTo>
                  <a:pt x="16762905" y="6519878"/>
                </a:lnTo>
                <a:lnTo>
                  <a:pt x="0" y="6519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29845" y="847725"/>
            <a:ext cx="15829455" cy="107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4"/>
              </a:lnSpc>
            </a:pPr>
            <a:r>
              <a:rPr lang="en-US" sz="6253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 Screenshots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6860" y="2801356"/>
            <a:ext cx="17506942" cy="540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5664" lvl="1" indent="-332832" algn="ctr">
              <a:lnSpc>
                <a:spcPts val="4316"/>
              </a:lnSpc>
              <a:buFont typeface="Arial"/>
              <a:buChar char="•"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198" y="564889"/>
            <a:ext cx="17339604" cy="2026962"/>
          </a:xfrm>
          <a:custGeom>
            <a:avLst/>
            <a:gdLst/>
            <a:ahLst/>
            <a:cxnLst/>
            <a:rect l="l" t="t" r="r" b="b"/>
            <a:pathLst>
              <a:path w="17339604" h="2026962">
                <a:moveTo>
                  <a:pt x="0" y="0"/>
                </a:moveTo>
                <a:lnTo>
                  <a:pt x="17339604" y="0"/>
                </a:lnTo>
                <a:lnTo>
                  <a:pt x="17339604" y="2026962"/>
                </a:lnTo>
                <a:lnTo>
                  <a:pt x="0" y="202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105" b="-4418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4198" y="564889"/>
            <a:ext cx="17339604" cy="2026962"/>
            <a:chOff x="0" y="0"/>
            <a:chExt cx="4566809" cy="5338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6809" cy="533850"/>
            </a:xfrm>
            <a:custGeom>
              <a:avLst/>
              <a:gdLst/>
              <a:ahLst/>
              <a:cxnLst/>
              <a:rect l="l" t="t" r="r" b="b"/>
              <a:pathLst>
                <a:path w="4566809" h="533850">
                  <a:moveTo>
                    <a:pt x="11162" y="0"/>
                  </a:moveTo>
                  <a:lnTo>
                    <a:pt x="4555647" y="0"/>
                  </a:lnTo>
                  <a:cubicBezTo>
                    <a:pt x="4558607" y="0"/>
                    <a:pt x="4561447" y="1176"/>
                    <a:pt x="4563540" y="3269"/>
                  </a:cubicBezTo>
                  <a:cubicBezTo>
                    <a:pt x="4565633" y="5363"/>
                    <a:pt x="4566809" y="8202"/>
                    <a:pt x="4566809" y="11162"/>
                  </a:cubicBezTo>
                  <a:lnTo>
                    <a:pt x="4566809" y="522688"/>
                  </a:lnTo>
                  <a:cubicBezTo>
                    <a:pt x="4566809" y="525648"/>
                    <a:pt x="4565633" y="528487"/>
                    <a:pt x="4563540" y="530581"/>
                  </a:cubicBezTo>
                  <a:cubicBezTo>
                    <a:pt x="4561447" y="532674"/>
                    <a:pt x="4558607" y="533850"/>
                    <a:pt x="4555647" y="533850"/>
                  </a:cubicBezTo>
                  <a:lnTo>
                    <a:pt x="11162" y="533850"/>
                  </a:lnTo>
                  <a:cubicBezTo>
                    <a:pt x="8202" y="533850"/>
                    <a:pt x="5363" y="532674"/>
                    <a:pt x="3269" y="530581"/>
                  </a:cubicBezTo>
                  <a:cubicBezTo>
                    <a:pt x="1176" y="528487"/>
                    <a:pt x="0" y="525648"/>
                    <a:pt x="0" y="522688"/>
                  </a:cubicBezTo>
                  <a:lnTo>
                    <a:pt x="0" y="11162"/>
                  </a:lnTo>
                  <a:cubicBezTo>
                    <a:pt x="0" y="8202"/>
                    <a:pt x="1176" y="5363"/>
                    <a:pt x="3269" y="3269"/>
                  </a:cubicBezTo>
                  <a:cubicBezTo>
                    <a:pt x="5363" y="1176"/>
                    <a:pt x="8202" y="0"/>
                    <a:pt x="11162" y="0"/>
                  </a:cubicBezTo>
                  <a:close/>
                </a:path>
              </a:pathLst>
            </a:custGeom>
            <a:solidFill>
              <a:srgbClr val="09202E">
                <a:alpha val="8666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66809" cy="58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60809" y="3298937"/>
            <a:ext cx="16767528" cy="5662069"/>
          </a:xfrm>
          <a:custGeom>
            <a:avLst/>
            <a:gdLst/>
            <a:ahLst/>
            <a:cxnLst/>
            <a:rect l="l" t="t" r="r" b="b"/>
            <a:pathLst>
              <a:path w="16767528" h="5662069">
                <a:moveTo>
                  <a:pt x="0" y="0"/>
                </a:moveTo>
                <a:lnTo>
                  <a:pt x="16767527" y="0"/>
                </a:lnTo>
                <a:lnTo>
                  <a:pt x="16767527" y="5662069"/>
                </a:lnTo>
                <a:lnTo>
                  <a:pt x="0" y="56620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113" b="-3113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29845" y="847725"/>
            <a:ext cx="15829455" cy="107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4"/>
              </a:lnSpc>
            </a:pPr>
            <a:r>
              <a:rPr lang="en-US" sz="6253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 Screenshots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198" y="564889"/>
            <a:ext cx="17339604" cy="2026962"/>
          </a:xfrm>
          <a:custGeom>
            <a:avLst/>
            <a:gdLst/>
            <a:ahLst/>
            <a:cxnLst/>
            <a:rect l="l" t="t" r="r" b="b"/>
            <a:pathLst>
              <a:path w="17339604" h="2026962">
                <a:moveTo>
                  <a:pt x="0" y="0"/>
                </a:moveTo>
                <a:lnTo>
                  <a:pt x="17339604" y="0"/>
                </a:lnTo>
                <a:lnTo>
                  <a:pt x="17339604" y="2026962"/>
                </a:lnTo>
                <a:lnTo>
                  <a:pt x="0" y="202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105" b="-4418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4198" y="564889"/>
            <a:ext cx="17339604" cy="2026962"/>
            <a:chOff x="0" y="0"/>
            <a:chExt cx="4566809" cy="5338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6809" cy="533850"/>
            </a:xfrm>
            <a:custGeom>
              <a:avLst/>
              <a:gdLst/>
              <a:ahLst/>
              <a:cxnLst/>
              <a:rect l="l" t="t" r="r" b="b"/>
              <a:pathLst>
                <a:path w="4566809" h="533850">
                  <a:moveTo>
                    <a:pt x="11162" y="0"/>
                  </a:moveTo>
                  <a:lnTo>
                    <a:pt x="4555647" y="0"/>
                  </a:lnTo>
                  <a:cubicBezTo>
                    <a:pt x="4558607" y="0"/>
                    <a:pt x="4561447" y="1176"/>
                    <a:pt x="4563540" y="3269"/>
                  </a:cubicBezTo>
                  <a:cubicBezTo>
                    <a:pt x="4565633" y="5363"/>
                    <a:pt x="4566809" y="8202"/>
                    <a:pt x="4566809" y="11162"/>
                  </a:cubicBezTo>
                  <a:lnTo>
                    <a:pt x="4566809" y="522688"/>
                  </a:lnTo>
                  <a:cubicBezTo>
                    <a:pt x="4566809" y="525648"/>
                    <a:pt x="4565633" y="528487"/>
                    <a:pt x="4563540" y="530581"/>
                  </a:cubicBezTo>
                  <a:cubicBezTo>
                    <a:pt x="4561447" y="532674"/>
                    <a:pt x="4558607" y="533850"/>
                    <a:pt x="4555647" y="533850"/>
                  </a:cubicBezTo>
                  <a:lnTo>
                    <a:pt x="11162" y="533850"/>
                  </a:lnTo>
                  <a:cubicBezTo>
                    <a:pt x="8202" y="533850"/>
                    <a:pt x="5363" y="532674"/>
                    <a:pt x="3269" y="530581"/>
                  </a:cubicBezTo>
                  <a:cubicBezTo>
                    <a:pt x="1176" y="528487"/>
                    <a:pt x="0" y="525648"/>
                    <a:pt x="0" y="522688"/>
                  </a:cubicBezTo>
                  <a:lnTo>
                    <a:pt x="0" y="11162"/>
                  </a:lnTo>
                  <a:cubicBezTo>
                    <a:pt x="0" y="8202"/>
                    <a:pt x="1176" y="5363"/>
                    <a:pt x="3269" y="3269"/>
                  </a:cubicBezTo>
                  <a:cubicBezTo>
                    <a:pt x="5363" y="1176"/>
                    <a:pt x="8202" y="0"/>
                    <a:pt x="11162" y="0"/>
                  </a:cubicBezTo>
                  <a:close/>
                </a:path>
              </a:pathLst>
            </a:custGeom>
            <a:solidFill>
              <a:srgbClr val="09202E">
                <a:alpha val="8666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66809" cy="58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00162" y="3538701"/>
            <a:ext cx="16088821" cy="5923762"/>
          </a:xfrm>
          <a:custGeom>
            <a:avLst/>
            <a:gdLst/>
            <a:ahLst/>
            <a:cxnLst/>
            <a:rect l="l" t="t" r="r" b="b"/>
            <a:pathLst>
              <a:path w="16088821" h="5923762">
                <a:moveTo>
                  <a:pt x="0" y="0"/>
                </a:moveTo>
                <a:lnTo>
                  <a:pt x="16088821" y="0"/>
                </a:lnTo>
                <a:lnTo>
                  <a:pt x="16088821" y="5923762"/>
                </a:lnTo>
                <a:lnTo>
                  <a:pt x="0" y="59237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314" b="-3314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29845" y="847725"/>
            <a:ext cx="15829455" cy="107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4"/>
              </a:lnSpc>
            </a:pPr>
            <a:r>
              <a:rPr lang="en-US" sz="6253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 Screenshots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198" y="564889"/>
            <a:ext cx="17339604" cy="2026962"/>
          </a:xfrm>
          <a:custGeom>
            <a:avLst/>
            <a:gdLst/>
            <a:ahLst/>
            <a:cxnLst/>
            <a:rect l="l" t="t" r="r" b="b"/>
            <a:pathLst>
              <a:path w="17339604" h="2026962">
                <a:moveTo>
                  <a:pt x="0" y="0"/>
                </a:moveTo>
                <a:lnTo>
                  <a:pt x="17339604" y="0"/>
                </a:lnTo>
                <a:lnTo>
                  <a:pt x="17339604" y="2026962"/>
                </a:lnTo>
                <a:lnTo>
                  <a:pt x="0" y="202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105" b="-4418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4198" y="564889"/>
            <a:ext cx="17339604" cy="2026962"/>
            <a:chOff x="0" y="0"/>
            <a:chExt cx="4566809" cy="5338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6809" cy="533850"/>
            </a:xfrm>
            <a:custGeom>
              <a:avLst/>
              <a:gdLst/>
              <a:ahLst/>
              <a:cxnLst/>
              <a:rect l="l" t="t" r="r" b="b"/>
              <a:pathLst>
                <a:path w="4566809" h="533850">
                  <a:moveTo>
                    <a:pt x="11162" y="0"/>
                  </a:moveTo>
                  <a:lnTo>
                    <a:pt x="4555647" y="0"/>
                  </a:lnTo>
                  <a:cubicBezTo>
                    <a:pt x="4558607" y="0"/>
                    <a:pt x="4561447" y="1176"/>
                    <a:pt x="4563540" y="3269"/>
                  </a:cubicBezTo>
                  <a:cubicBezTo>
                    <a:pt x="4565633" y="5363"/>
                    <a:pt x="4566809" y="8202"/>
                    <a:pt x="4566809" y="11162"/>
                  </a:cubicBezTo>
                  <a:lnTo>
                    <a:pt x="4566809" y="522688"/>
                  </a:lnTo>
                  <a:cubicBezTo>
                    <a:pt x="4566809" y="525648"/>
                    <a:pt x="4565633" y="528487"/>
                    <a:pt x="4563540" y="530581"/>
                  </a:cubicBezTo>
                  <a:cubicBezTo>
                    <a:pt x="4561447" y="532674"/>
                    <a:pt x="4558607" y="533850"/>
                    <a:pt x="4555647" y="533850"/>
                  </a:cubicBezTo>
                  <a:lnTo>
                    <a:pt x="11162" y="533850"/>
                  </a:lnTo>
                  <a:cubicBezTo>
                    <a:pt x="8202" y="533850"/>
                    <a:pt x="5363" y="532674"/>
                    <a:pt x="3269" y="530581"/>
                  </a:cubicBezTo>
                  <a:cubicBezTo>
                    <a:pt x="1176" y="528487"/>
                    <a:pt x="0" y="525648"/>
                    <a:pt x="0" y="522688"/>
                  </a:cubicBezTo>
                  <a:lnTo>
                    <a:pt x="0" y="11162"/>
                  </a:lnTo>
                  <a:cubicBezTo>
                    <a:pt x="0" y="8202"/>
                    <a:pt x="1176" y="5363"/>
                    <a:pt x="3269" y="3269"/>
                  </a:cubicBezTo>
                  <a:cubicBezTo>
                    <a:pt x="5363" y="1176"/>
                    <a:pt x="8202" y="0"/>
                    <a:pt x="11162" y="0"/>
                  </a:cubicBezTo>
                  <a:close/>
                </a:path>
              </a:pathLst>
            </a:custGeom>
            <a:solidFill>
              <a:srgbClr val="09202E">
                <a:alpha val="8666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66809" cy="58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197194" y="3323316"/>
            <a:ext cx="16463050" cy="5470508"/>
          </a:xfrm>
          <a:custGeom>
            <a:avLst/>
            <a:gdLst/>
            <a:ahLst/>
            <a:cxnLst/>
            <a:rect l="l" t="t" r="r" b="b"/>
            <a:pathLst>
              <a:path w="16463050" h="5470508">
                <a:moveTo>
                  <a:pt x="0" y="0"/>
                </a:moveTo>
                <a:lnTo>
                  <a:pt x="16463050" y="0"/>
                </a:lnTo>
                <a:lnTo>
                  <a:pt x="16463050" y="5470507"/>
                </a:lnTo>
                <a:lnTo>
                  <a:pt x="0" y="54705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29845" y="847725"/>
            <a:ext cx="15829455" cy="107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4"/>
              </a:lnSpc>
            </a:pPr>
            <a:r>
              <a:rPr lang="en-US" sz="6253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 Screenshots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198" y="564889"/>
            <a:ext cx="17339604" cy="2026962"/>
          </a:xfrm>
          <a:custGeom>
            <a:avLst/>
            <a:gdLst/>
            <a:ahLst/>
            <a:cxnLst/>
            <a:rect l="l" t="t" r="r" b="b"/>
            <a:pathLst>
              <a:path w="17339604" h="2026962">
                <a:moveTo>
                  <a:pt x="0" y="0"/>
                </a:moveTo>
                <a:lnTo>
                  <a:pt x="17339604" y="0"/>
                </a:lnTo>
                <a:lnTo>
                  <a:pt x="17339604" y="2026962"/>
                </a:lnTo>
                <a:lnTo>
                  <a:pt x="0" y="202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105" b="-4418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4198" y="564889"/>
            <a:ext cx="17339604" cy="2026962"/>
            <a:chOff x="0" y="0"/>
            <a:chExt cx="4566809" cy="5338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6809" cy="533850"/>
            </a:xfrm>
            <a:custGeom>
              <a:avLst/>
              <a:gdLst/>
              <a:ahLst/>
              <a:cxnLst/>
              <a:rect l="l" t="t" r="r" b="b"/>
              <a:pathLst>
                <a:path w="4566809" h="533850">
                  <a:moveTo>
                    <a:pt x="11162" y="0"/>
                  </a:moveTo>
                  <a:lnTo>
                    <a:pt x="4555647" y="0"/>
                  </a:lnTo>
                  <a:cubicBezTo>
                    <a:pt x="4558607" y="0"/>
                    <a:pt x="4561447" y="1176"/>
                    <a:pt x="4563540" y="3269"/>
                  </a:cubicBezTo>
                  <a:cubicBezTo>
                    <a:pt x="4565633" y="5363"/>
                    <a:pt x="4566809" y="8202"/>
                    <a:pt x="4566809" y="11162"/>
                  </a:cubicBezTo>
                  <a:lnTo>
                    <a:pt x="4566809" y="522688"/>
                  </a:lnTo>
                  <a:cubicBezTo>
                    <a:pt x="4566809" y="525648"/>
                    <a:pt x="4565633" y="528487"/>
                    <a:pt x="4563540" y="530581"/>
                  </a:cubicBezTo>
                  <a:cubicBezTo>
                    <a:pt x="4561447" y="532674"/>
                    <a:pt x="4558607" y="533850"/>
                    <a:pt x="4555647" y="533850"/>
                  </a:cubicBezTo>
                  <a:lnTo>
                    <a:pt x="11162" y="533850"/>
                  </a:lnTo>
                  <a:cubicBezTo>
                    <a:pt x="8202" y="533850"/>
                    <a:pt x="5363" y="532674"/>
                    <a:pt x="3269" y="530581"/>
                  </a:cubicBezTo>
                  <a:cubicBezTo>
                    <a:pt x="1176" y="528487"/>
                    <a:pt x="0" y="525648"/>
                    <a:pt x="0" y="522688"/>
                  </a:cubicBezTo>
                  <a:lnTo>
                    <a:pt x="0" y="11162"/>
                  </a:lnTo>
                  <a:cubicBezTo>
                    <a:pt x="0" y="8202"/>
                    <a:pt x="1176" y="5363"/>
                    <a:pt x="3269" y="3269"/>
                  </a:cubicBezTo>
                  <a:cubicBezTo>
                    <a:pt x="5363" y="1176"/>
                    <a:pt x="8202" y="0"/>
                    <a:pt x="11162" y="0"/>
                  </a:cubicBezTo>
                  <a:close/>
                </a:path>
              </a:pathLst>
            </a:custGeom>
            <a:solidFill>
              <a:srgbClr val="09202E">
                <a:alpha val="8666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66809" cy="58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90470" y="3375618"/>
            <a:ext cx="16645176" cy="5059509"/>
          </a:xfrm>
          <a:custGeom>
            <a:avLst/>
            <a:gdLst/>
            <a:ahLst/>
            <a:cxnLst/>
            <a:rect l="l" t="t" r="r" b="b"/>
            <a:pathLst>
              <a:path w="16645176" h="5059509">
                <a:moveTo>
                  <a:pt x="0" y="0"/>
                </a:moveTo>
                <a:lnTo>
                  <a:pt x="16645176" y="0"/>
                </a:lnTo>
                <a:lnTo>
                  <a:pt x="16645176" y="5059509"/>
                </a:lnTo>
                <a:lnTo>
                  <a:pt x="0" y="50595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29845" y="847725"/>
            <a:ext cx="15829455" cy="107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4"/>
              </a:lnSpc>
            </a:pPr>
            <a:r>
              <a:rPr lang="en-US" sz="6253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 Screenshots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67199" y="2323653"/>
            <a:ext cx="10740243" cy="7963347"/>
          </a:xfrm>
          <a:custGeom>
            <a:avLst/>
            <a:gdLst/>
            <a:ahLst/>
            <a:cxnLst/>
            <a:rect l="l" t="t" r="r" b="b"/>
            <a:pathLst>
              <a:path w="10781740" h="8285342">
                <a:moveTo>
                  <a:pt x="0" y="0"/>
                </a:moveTo>
                <a:lnTo>
                  <a:pt x="10781740" y="0"/>
                </a:lnTo>
                <a:lnTo>
                  <a:pt x="10781740" y="8285342"/>
                </a:lnTo>
                <a:lnTo>
                  <a:pt x="0" y="82853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80" b="-148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74198" y="564889"/>
            <a:ext cx="17339604" cy="2026962"/>
          </a:xfrm>
          <a:custGeom>
            <a:avLst/>
            <a:gdLst/>
            <a:ahLst/>
            <a:cxnLst/>
            <a:rect l="l" t="t" r="r" b="b"/>
            <a:pathLst>
              <a:path w="17339604" h="2026962">
                <a:moveTo>
                  <a:pt x="0" y="0"/>
                </a:moveTo>
                <a:lnTo>
                  <a:pt x="17339604" y="0"/>
                </a:lnTo>
                <a:lnTo>
                  <a:pt x="17339604" y="2026962"/>
                </a:lnTo>
                <a:lnTo>
                  <a:pt x="0" y="2026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8105" b="-441837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74198" y="564889"/>
            <a:ext cx="17339604" cy="2026962"/>
            <a:chOff x="0" y="0"/>
            <a:chExt cx="4566809" cy="5338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566809" cy="533850"/>
            </a:xfrm>
            <a:custGeom>
              <a:avLst/>
              <a:gdLst/>
              <a:ahLst/>
              <a:cxnLst/>
              <a:rect l="l" t="t" r="r" b="b"/>
              <a:pathLst>
                <a:path w="4566809" h="533850">
                  <a:moveTo>
                    <a:pt x="11162" y="0"/>
                  </a:moveTo>
                  <a:lnTo>
                    <a:pt x="4555647" y="0"/>
                  </a:lnTo>
                  <a:cubicBezTo>
                    <a:pt x="4558607" y="0"/>
                    <a:pt x="4561447" y="1176"/>
                    <a:pt x="4563540" y="3269"/>
                  </a:cubicBezTo>
                  <a:cubicBezTo>
                    <a:pt x="4565633" y="5363"/>
                    <a:pt x="4566809" y="8202"/>
                    <a:pt x="4566809" y="11162"/>
                  </a:cubicBezTo>
                  <a:lnTo>
                    <a:pt x="4566809" y="522688"/>
                  </a:lnTo>
                  <a:cubicBezTo>
                    <a:pt x="4566809" y="525648"/>
                    <a:pt x="4565633" y="528487"/>
                    <a:pt x="4563540" y="530581"/>
                  </a:cubicBezTo>
                  <a:cubicBezTo>
                    <a:pt x="4561447" y="532674"/>
                    <a:pt x="4558607" y="533850"/>
                    <a:pt x="4555647" y="533850"/>
                  </a:cubicBezTo>
                  <a:lnTo>
                    <a:pt x="11162" y="533850"/>
                  </a:lnTo>
                  <a:cubicBezTo>
                    <a:pt x="8202" y="533850"/>
                    <a:pt x="5363" y="532674"/>
                    <a:pt x="3269" y="530581"/>
                  </a:cubicBezTo>
                  <a:cubicBezTo>
                    <a:pt x="1176" y="528487"/>
                    <a:pt x="0" y="525648"/>
                    <a:pt x="0" y="522688"/>
                  </a:cubicBezTo>
                  <a:lnTo>
                    <a:pt x="0" y="11162"/>
                  </a:lnTo>
                  <a:cubicBezTo>
                    <a:pt x="0" y="8202"/>
                    <a:pt x="1176" y="5363"/>
                    <a:pt x="3269" y="3269"/>
                  </a:cubicBezTo>
                  <a:cubicBezTo>
                    <a:pt x="5363" y="1176"/>
                    <a:pt x="8202" y="0"/>
                    <a:pt x="11162" y="0"/>
                  </a:cubicBezTo>
                  <a:close/>
                </a:path>
              </a:pathLst>
            </a:custGeom>
            <a:solidFill>
              <a:srgbClr val="09202E">
                <a:alpha val="86667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566809" cy="58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429845" y="847725"/>
            <a:ext cx="15829455" cy="107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4"/>
              </a:lnSpc>
            </a:pPr>
            <a:r>
              <a:rPr lang="en-US" sz="6253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 Screenshots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3">
            <a:extLst>
              <a:ext uri="{FF2B5EF4-FFF2-40B4-BE49-F238E27FC236}">
                <a16:creationId xmlns:a16="http://schemas.microsoft.com/office/drawing/2014/main" id="{D7CAE9F9-CE23-5F3C-92F6-80E91BABD7AF}"/>
              </a:ext>
            </a:extLst>
          </p:cNvPr>
          <p:cNvSpPr/>
          <p:nvPr/>
        </p:nvSpPr>
        <p:spPr>
          <a:xfrm>
            <a:off x="674770" y="4229100"/>
            <a:ext cx="17339604" cy="2026962"/>
          </a:xfrm>
          <a:custGeom>
            <a:avLst/>
            <a:gdLst/>
            <a:ahLst/>
            <a:cxnLst/>
            <a:rect l="l" t="t" r="r" b="b"/>
            <a:pathLst>
              <a:path w="17339604" h="2026962">
                <a:moveTo>
                  <a:pt x="0" y="0"/>
                </a:moveTo>
                <a:lnTo>
                  <a:pt x="17339604" y="0"/>
                </a:lnTo>
                <a:lnTo>
                  <a:pt x="17339604" y="2026962"/>
                </a:lnTo>
                <a:lnTo>
                  <a:pt x="0" y="202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105" b="-441837"/>
            </a:stretch>
          </a:blipFill>
        </p:spPr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3B9B8A95-31E5-487E-EE69-8A1CB97AD7A9}"/>
              </a:ext>
            </a:extLst>
          </p:cNvPr>
          <p:cNvGrpSpPr/>
          <p:nvPr/>
        </p:nvGrpSpPr>
        <p:grpSpPr>
          <a:xfrm>
            <a:off x="674770" y="4229100"/>
            <a:ext cx="17339604" cy="2026962"/>
            <a:chOff x="0" y="0"/>
            <a:chExt cx="4566809" cy="533850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63821416-C365-A069-B847-E937EABBEED0}"/>
                </a:ext>
              </a:extLst>
            </p:cNvPr>
            <p:cNvSpPr/>
            <p:nvPr/>
          </p:nvSpPr>
          <p:spPr>
            <a:xfrm>
              <a:off x="0" y="0"/>
              <a:ext cx="4566809" cy="533850"/>
            </a:xfrm>
            <a:custGeom>
              <a:avLst/>
              <a:gdLst/>
              <a:ahLst/>
              <a:cxnLst/>
              <a:rect l="l" t="t" r="r" b="b"/>
              <a:pathLst>
                <a:path w="4566809" h="533850">
                  <a:moveTo>
                    <a:pt x="11162" y="0"/>
                  </a:moveTo>
                  <a:lnTo>
                    <a:pt x="4555647" y="0"/>
                  </a:lnTo>
                  <a:cubicBezTo>
                    <a:pt x="4558607" y="0"/>
                    <a:pt x="4561447" y="1176"/>
                    <a:pt x="4563540" y="3269"/>
                  </a:cubicBezTo>
                  <a:cubicBezTo>
                    <a:pt x="4565633" y="5363"/>
                    <a:pt x="4566809" y="8202"/>
                    <a:pt x="4566809" y="11162"/>
                  </a:cubicBezTo>
                  <a:lnTo>
                    <a:pt x="4566809" y="522688"/>
                  </a:lnTo>
                  <a:cubicBezTo>
                    <a:pt x="4566809" y="525648"/>
                    <a:pt x="4565633" y="528487"/>
                    <a:pt x="4563540" y="530581"/>
                  </a:cubicBezTo>
                  <a:cubicBezTo>
                    <a:pt x="4561447" y="532674"/>
                    <a:pt x="4558607" y="533850"/>
                    <a:pt x="4555647" y="533850"/>
                  </a:cubicBezTo>
                  <a:lnTo>
                    <a:pt x="11162" y="533850"/>
                  </a:lnTo>
                  <a:cubicBezTo>
                    <a:pt x="8202" y="533850"/>
                    <a:pt x="5363" y="532674"/>
                    <a:pt x="3269" y="530581"/>
                  </a:cubicBezTo>
                  <a:cubicBezTo>
                    <a:pt x="1176" y="528487"/>
                    <a:pt x="0" y="525648"/>
                    <a:pt x="0" y="522688"/>
                  </a:cubicBezTo>
                  <a:lnTo>
                    <a:pt x="0" y="11162"/>
                  </a:lnTo>
                  <a:cubicBezTo>
                    <a:pt x="0" y="8202"/>
                    <a:pt x="1176" y="5363"/>
                    <a:pt x="3269" y="3269"/>
                  </a:cubicBezTo>
                  <a:cubicBezTo>
                    <a:pt x="5363" y="1176"/>
                    <a:pt x="8202" y="0"/>
                    <a:pt x="11162" y="0"/>
                  </a:cubicBezTo>
                  <a:close/>
                </a:path>
              </a:pathLst>
            </a:custGeom>
            <a:solidFill>
              <a:srgbClr val="09202E">
                <a:alpha val="86667"/>
              </a:srgbClr>
            </a:solidFill>
          </p:spPr>
        </p:sp>
        <p:sp>
          <p:nvSpPr>
            <p:cNvPr id="12" name="TextBox 6">
              <a:extLst>
                <a:ext uri="{FF2B5EF4-FFF2-40B4-BE49-F238E27FC236}">
                  <a16:creationId xmlns:a16="http://schemas.microsoft.com/office/drawing/2014/main" id="{95EAB846-496D-5221-1A1E-FB14CB3C3398}"/>
                </a:ext>
              </a:extLst>
            </p:cNvPr>
            <p:cNvSpPr txBox="1"/>
            <p:nvPr/>
          </p:nvSpPr>
          <p:spPr>
            <a:xfrm>
              <a:off x="0" y="-47625"/>
              <a:ext cx="4566809" cy="58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7">
            <a:extLst>
              <a:ext uri="{FF2B5EF4-FFF2-40B4-BE49-F238E27FC236}">
                <a16:creationId xmlns:a16="http://schemas.microsoft.com/office/drawing/2014/main" id="{1567C753-1255-B8A6-EB3D-5EFA30CCB63E}"/>
              </a:ext>
            </a:extLst>
          </p:cNvPr>
          <p:cNvSpPr txBox="1"/>
          <p:nvPr/>
        </p:nvSpPr>
        <p:spPr>
          <a:xfrm>
            <a:off x="1429844" y="4678975"/>
            <a:ext cx="15829455" cy="107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4"/>
              </a:lnSpc>
            </a:pPr>
            <a:r>
              <a:rPr lang="en-US" sz="6253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04489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638</Words>
  <Application>Microsoft Office PowerPoint</Application>
  <PresentationFormat>Custom</PresentationFormat>
  <Paragraphs>78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Poppins Bold</vt:lpstr>
      <vt:lpstr>Calibri</vt:lpstr>
      <vt:lpstr>Roboto</vt:lpstr>
      <vt:lpstr>Roboto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Automobile Insurance System</dc:title>
  <cp:lastModifiedBy>Ashvitha k</cp:lastModifiedBy>
  <cp:revision>4</cp:revision>
  <dcterms:created xsi:type="dcterms:W3CDTF">2006-08-16T00:00:00Z</dcterms:created>
  <dcterms:modified xsi:type="dcterms:W3CDTF">2026-07-10T04:41:21Z</dcterms:modified>
  <dc:identifier>DAHO6IjpwgY</dc:identifier>
</cp:coreProperties>
</file>